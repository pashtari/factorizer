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60" r:id="rId2"/>
    <p:sldId id="265" r:id="rId3"/>
    <p:sldId id="266" r:id="rId4"/>
    <p:sldId id="267" r:id="rId5"/>
    <p:sldId id="268" r:id="rId6"/>
    <p:sldId id="262" r:id="rId7"/>
    <p:sldId id="271" r:id="rId8"/>
    <p:sldId id="274" r:id="rId9"/>
    <p:sldId id="281" r:id="rId10"/>
    <p:sldId id="278" r:id="rId11"/>
    <p:sldId id="272" r:id="rId12"/>
    <p:sldId id="275" r:id="rId13"/>
    <p:sldId id="276" r:id="rId14"/>
    <p:sldId id="277" r:id="rId15"/>
    <p:sldId id="279" r:id="rId16"/>
    <p:sldId id="280" r:id="rId17"/>
    <p:sldId id="261" r:id="rId18"/>
    <p:sldId id="257" r:id="rId19"/>
    <p:sldId id="258" r:id="rId20"/>
    <p:sldId id="269" r:id="rId21"/>
    <p:sldId id="273" r:id="rId22"/>
    <p:sldId id="270" r:id="rId23"/>
    <p:sldId id="263" r:id="rId24"/>
    <p:sldId id="264" r:id="rId25"/>
  </p:sldIdLst>
  <p:sldSz cx="4320063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4E48"/>
    <a:srgbClr val="5DC0F0"/>
    <a:srgbClr val="FCA956"/>
    <a:srgbClr val="A0694A"/>
    <a:srgbClr val="A9D87A"/>
    <a:srgbClr val="FBCB5A"/>
    <a:srgbClr val="6BFAFB"/>
    <a:srgbClr val="5F5F5F"/>
    <a:srgbClr val="6AFBFB"/>
    <a:srgbClr val="FD70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41"/>
    <p:restoredTop sz="94674"/>
  </p:normalViewPr>
  <p:slideViewPr>
    <p:cSldViewPr snapToGrid="0" snapToObjects="1">
      <p:cViewPr>
        <p:scale>
          <a:sx n="60" d="100"/>
          <a:sy n="60" d="100"/>
        </p:scale>
        <p:origin x="144" y="-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00080" y="4124164"/>
            <a:ext cx="32400479" cy="8773325"/>
          </a:xfrm>
        </p:spPr>
        <p:txBody>
          <a:bodyPr anchor="b"/>
          <a:lstStyle>
            <a:lvl1pPr algn="ctr">
              <a:defRPr sz="212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00080" y="13235822"/>
            <a:ext cx="32400479" cy="6084159"/>
          </a:xfrm>
        </p:spPr>
        <p:txBody>
          <a:bodyPr/>
          <a:lstStyle>
            <a:lvl1pPr marL="0" indent="0" algn="ctr">
              <a:buNone/>
              <a:defRPr sz="8504"/>
            </a:lvl1pPr>
            <a:lvl2pPr marL="1620042" indent="0" algn="ctr">
              <a:buNone/>
              <a:defRPr sz="7087"/>
            </a:lvl2pPr>
            <a:lvl3pPr marL="3240085" indent="0" algn="ctr">
              <a:buNone/>
              <a:defRPr sz="6378"/>
            </a:lvl3pPr>
            <a:lvl4pPr marL="4860127" indent="0" algn="ctr">
              <a:buNone/>
              <a:defRPr sz="5669"/>
            </a:lvl4pPr>
            <a:lvl5pPr marL="6480170" indent="0" algn="ctr">
              <a:buNone/>
              <a:defRPr sz="5669"/>
            </a:lvl5pPr>
            <a:lvl6pPr marL="8100212" indent="0" algn="ctr">
              <a:buNone/>
              <a:defRPr sz="5669"/>
            </a:lvl6pPr>
            <a:lvl7pPr marL="9720255" indent="0" algn="ctr">
              <a:buNone/>
              <a:defRPr sz="5669"/>
            </a:lvl7pPr>
            <a:lvl8pPr marL="11340297" indent="0" algn="ctr">
              <a:buNone/>
              <a:defRPr sz="5669"/>
            </a:lvl8pPr>
            <a:lvl9pPr marL="12960340" indent="0" algn="ctr">
              <a:buNone/>
              <a:defRPr sz="5669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D2A4-B5BD-4E4F-8C18-EB0E8C126BA1}" type="datetimeFigureOut">
              <a:rPr lang="en-BE" smtClean="0"/>
              <a:t>29/12/2021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E42E-A305-CF4B-B600-E3B5C872BE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65253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D2A4-B5BD-4E4F-8C18-EB0E8C126BA1}" type="datetimeFigureOut">
              <a:rPr lang="en-BE" smtClean="0"/>
              <a:t>29/12/2021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E42E-A305-CF4B-B600-E3B5C872BE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966016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7544" y="6282497"/>
            <a:ext cx="37260550" cy="10482488"/>
          </a:xfrm>
        </p:spPr>
        <p:txBody>
          <a:bodyPr anchor="b"/>
          <a:lstStyle>
            <a:lvl1pPr>
              <a:defRPr sz="212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7544" y="16864153"/>
            <a:ext cx="37260550" cy="5512493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>
                    <a:tint val="75000"/>
                  </a:schemeClr>
                </a:solidFill>
              </a:defRPr>
            </a:lvl1pPr>
            <a:lvl2pPr marL="1620042" indent="0">
              <a:buNone/>
              <a:defRPr sz="7087">
                <a:solidFill>
                  <a:schemeClr val="tx1">
                    <a:tint val="75000"/>
                  </a:schemeClr>
                </a:solidFill>
              </a:defRPr>
            </a:lvl2pPr>
            <a:lvl3pPr marL="3240085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6012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80170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100212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202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4029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60340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D2A4-B5BD-4E4F-8C18-EB0E8C126BA1}" type="datetimeFigureOut">
              <a:rPr lang="en-BE" smtClean="0"/>
              <a:t>29/12/2021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E42E-A305-CF4B-B600-E3B5C872BE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91320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70044" y="6708326"/>
            <a:ext cx="18360271" cy="159891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870323" y="6708326"/>
            <a:ext cx="18360271" cy="159891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D2A4-B5BD-4E4F-8C18-EB0E8C126BA1}" type="datetimeFigureOut">
              <a:rPr lang="en-BE" smtClean="0"/>
              <a:t>29/12/2021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E42E-A305-CF4B-B600-E3B5C872BE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83305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1" y="1341667"/>
            <a:ext cx="37260550" cy="487083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5673" y="6177496"/>
            <a:ext cx="18275893" cy="3027495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20042" indent="0">
              <a:buNone/>
              <a:defRPr sz="7087" b="1"/>
            </a:lvl2pPr>
            <a:lvl3pPr marL="3240085" indent="0">
              <a:buNone/>
              <a:defRPr sz="6378" b="1"/>
            </a:lvl3pPr>
            <a:lvl4pPr marL="4860127" indent="0">
              <a:buNone/>
              <a:defRPr sz="5669" b="1"/>
            </a:lvl4pPr>
            <a:lvl5pPr marL="6480170" indent="0">
              <a:buNone/>
              <a:defRPr sz="5669" b="1"/>
            </a:lvl5pPr>
            <a:lvl6pPr marL="8100212" indent="0">
              <a:buNone/>
              <a:defRPr sz="5669" b="1"/>
            </a:lvl6pPr>
            <a:lvl7pPr marL="9720255" indent="0">
              <a:buNone/>
              <a:defRPr sz="5669" b="1"/>
            </a:lvl7pPr>
            <a:lvl8pPr marL="11340297" indent="0">
              <a:buNone/>
              <a:defRPr sz="5669" b="1"/>
            </a:lvl8pPr>
            <a:lvl9pPr marL="12960340" indent="0">
              <a:buNone/>
              <a:defRPr sz="566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75673" y="9204991"/>
            <a:ext cx="18275893" cy="135391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870323" y="6177496"/>
            <a:ext cx="18365898" cy="3027495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20042" indent="0">
              <a:buNone/>
              <a:defRPr sz="7087" b="1"/>
            </a:lvl2pPr>
            <a:lvl3pPr marL="3240085" indent="0">
              <a:buNone/>
              <a:defRPr sz="6378" b="1"/>
            </a:lvl3pPr>
            <a:lvl4pPr marL="4860127" indent="0">
              <a:buNone/>
              <a:defRPr sz="5669" b="1"/>
            </a:lvl4pPr>
            <a:lvl5pPr marL="6480170" indent="0">
              <a:buNone/>
              <a:defRPr sz="5669" b="1"/>
            </a:lvl5pPr>
            <a:lvl6pPr marL="8100212" indent="0">
              <a:buNone/>
              <a:defRPr sz="5669" b="1"/>
            </a:lvl6pPr>
            <a:lvl7pPr marL="9720255" indent="0">
              <a:buNone/>
              <a:defRPr sz="5669" b="1"/>
            </a:lvl7pPr>
            <a:lvl8pPr marL="11340297" indent="0">
              <a:buNone/>
              <a:defRPr sz="5669" b="1"/>
            </a:lvl8pPr>
            <a:lvl9pPr marL="12960340" indent="0">
              <a:buNone/>
              <a:defRPr sz="5669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870323" y="9204991"/>
            <a:ext cx="18365898" cy="1353915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D2A4-B5BD-4E4F-8C18-EB0E8C126BA1}" type="datetimeFigureOut">
              <a:rPr lang="en-BE" smtClean="0"/>
              <a:t>29/12/2021</a:t>
            </a:fld>
            <a:endParaRPr lang="en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E42E-A305-CF4B-B600-E3B5C872BE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18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D2A4-B5BD-4E4F-8C18-EB0E8C126BA1}" type="datetimeFigureOut">
              <a:rPr lang="en-BE" smtClean="0"/>
              <a:t>29/12/2021</a:t>
            </a:fld>
            <a:endParaRPr lang="en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E42E-A305-CF4B-B600-E3B5C872BE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748608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D2A4-B5BD-4E4F-8C18-EB0E8C126BA1}" type="datetimeFigureOut">
              <a:rPr lang="en-BE" smtClean="0"/>
              <a:t>29/12/2021</a:t>
            </a:fld>
            <a:endParaRPr lang="en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E42E-A305-CF4B-B600-E3B5C872BE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3802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2" y="1679998"/>
            <a:ext cx="13933329" cy="5879994"/>
          </a:xfrm>
        </p:spPr>
        <p:txBody>
          <a:bodyPr anchor="b"/>
          <a:lstStyle>
            <a:lvl1pPr>
              <a:defRPr sz="113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5898" y="3628331"/>
            <a:ext cx="21870323" cy="17908316"/>
          </a:xfrm>
        </p:spPr>
        <p:txBody>
          <a:bodyPr/>
          <a:lstStyle>
            <a:lvl1pPr>
              <a:defRPr sz="11339"/>
            </a:lvl1pPr>
            <a:lvl2pPr>
              <a:defRPr sz="9922"/>
            </a:lvl2pPr>
            <a:lvl3pPr>
              <a:defRPr sz="8504"/>
            </a:lvl3pPr>
            <a:lvl4pPr>
              <a:defRPr sz="7087"/>
            </a:lvl4pPr>
            <a:lvl5pPr>
              <a:defRPr sz="7087"/>
            </a:lvl5pPr>
            <a:lvl6pPr>
              <a:defRPr sz="7087"/>
            </a:lvl6pPr>
            <a:lvl7pPr>
              <a:defRPr sz="7087"/>
            </a:lvl7pPr>
            <a:lvl8pPr>
              <a:defRPr sz="7087"/>
            </a:lvl8pPr>
            <a:lvl9pPr>
              <a:defRPr sz="708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2" y="7559993"/>
            <a:ext cx="13933329" cy="14005821"/>
          </a:xfrm>
        </p:spPr>
        <p:txBody>
          <a:bodyPr/>
          <a:lstStyle>
            <a:lvl1pPr marL="0" indent="0">
              <a:buNone/>
              <a:defRPr sz="5669"/>
            </a:lvl1pPr>
            <a:lvl2pPr marL="1620042" indent="0">
              <a:buNone/>
              <a:defRPr sz="4961"/>
            </a:lvl2pPr>
            <a:lvl3pPr marL="3240085" indent="0">
              <a:buNone/>
              <a:defRPr sz="4252"/>
            </a:lvl3pPr>
            <a:lvl4pPr marL="4860127" indent="0">
              <a:buNone/>
              <a:defRPr sz="3543"/>
            </a:lvl4pPr>
            <a:lvl5pPr marL="6480170" indent="0">
              <a:buNone/>
              <a:defRPr sz="3543"/>
            </a:lvl5pPr>
            <a:lvl6pPr marL="8100212" indent="0">
              <a:buNone/>
              <a:defRPr sz="3543"/>
            </a:lvl6pPr>
            <a:lvl7pPr marL="9720255" indent="0">
              <a:buNone/>
              <a:defRPr sz="3543"/>
            </a:lvl7pPr>
            <a:lvl8pPr marL="11340297" indent="0">
              <a:buNone/>
              <a:defRPr sz="3543"/>
            </a:lvl8pPr>
            <a:lvl9pPr marL="12960340" indent="0">
              <a:buNone/>
              <a:defRPr sz="354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D2A4-B5BD-4E4F-8C18-EB0E8C126BA1}" type="datetimeFigureOut">
              <a:rPr lang="en-BE" smtClean="0"/>
              <a:t>29/12/2021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E42E-A305-CF4B-B600-E3B5C872BE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25596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5672" y="1679998"/>
            <a:ext cx="13933329" cy="5879994"/>
          </a:xfrm>
        </p:spPr>
        <p:txBody>
          <a:bodyPr anchor="b"/>
          <a:lstStyle>
            <a:lvl1pPr>
              <a:defRPr sz="113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365898" y="3628331"/>
            <a:ext cx="21870323" cy="17908316"/>
          </a:xfrm>
        </p:spPr>
        <p:txBody>
          <a:bodyPr anchor="t"/>
          <a:lstStyle>
            <a:lvl1pPr marL="0" indent="0">
              <a:buNone/>
              <a:defRPr sz="11339"/>
            </a:lvl1pPr>
            <a:lvl2pPr marL="1620042" indent="0">
              <a:buNone/>
              <a:defRPr sz="9922"/>
            </a:lvl2pPr>
            <a:lvl3pPr marL="3240085" indent="0">
              <a:buNone/>
              <a:defRPr sz="8504"/>
            </a:lvl3pPr>
            <a:lvl4pPr marL="4860127" indent="0">
              <a:buNone/>
              <a:defRPr sz="7087"/>
            </a:lvl4pPr>
            <a:lvl5pPr marL="6480170" indent="0">
              <a:buNone/>
              <a:defRPr sz="7087"/>
            </a:lvl5pPr>
            <a:lvl6pPr marL="8100212" indent="0">
              <a:buNone/>
              <a:defRPr sz="7087"/>
            </a:lvl6pPr>
            <a:lvl7pPr marL="9720255" indent="0">
              <a:buNone/>
              <a:defRPr sz="7087"/>
            </a:lvl7pPr>
            <a:lvl8pPr marL="11340297" indent="0">
              <a:buNone/>
              <a:defRPr sz="7087"/>
            </a:lvl8pPr>
            <a:lvl9pPr marL="12960340" indent="0">
              <a:buNone/>
              <a:defRPr sz="708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75672" y="7559993"/>
            <a:ext cx="13933329" cy="14005821"/>
          </a:xfrm>
        </p:spPr>
        <p:txBody>
          <a:bodyPr/>
          <a:lstStyle>
            <a:lvl1pPr marL="0" indent="0">
              <a:buNone/>
              <a:defRPr sz="5669"/>
            </a:lvl1pPr>
            <a:lvl2pPr marL="1620042" indent="0">
              <a:buNone/>
              <a:defRPr sz="4961"/>
            </a:lvl2pPr>
            <a:lvl3pPr marL="3240085" indent="0">
              <a:buNone/>
              <a:defRPr sz="4252"/>
            </a:lvl3pPr>
            <a:lvl4pPr marL="4860127" indent="0">
              <a:buNone/>
              <a:defRPr sz="3543"/>
            </a:lvl4pPr>
            <a:lvl5pPr marL="6480170" indent="0">
              <a:buNone/>
              <a:defRPr sz="3543"/>
            </a:lvl5pPr>
            <a:lvl6pPr marL="8100212" indent="0">
              <a:buNone/>
              <a:defRPr sz="3543"/>
            </a:lvl6pPr>
            <a:lvl7pPr marL="9720255" indent="0">
              <a:buNone/>
              <a:defRPr sz="3543"/>
            </a:lvl7pPr>
            <a:lvl8pPr marL="11340297" indent="0">
              <a:buNone/>
              <a:defRPr sz="3543"/>
            </a:lvl8pPr>
            <a:lvl9pPr marL="12960340" indent="0">
              <a:buNone/>
              <a:defRPr sz="354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D2A4-B5BD-4E4F-8C18-EB0E8C126BA1}" type="datetimeFigureOut">
              <a:rPr lang="en-BE" smtClean="0"/>
              <a:t>29/12/2021</a:t>
            </a:fld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E42E-A305-CF4B-B600-E3B5C872BE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203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D2A4-B5BD-4E4F-8C18-EB0E8C126BA1}" type="datetimeFigureOut">
              <a:rPr lang="en-BE" smtClean="0"/>
              <a:t>29/12/2021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E42E-A305-CF4B-B600-E3B5C872BE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26596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915456" y="1341665"/>
            <a:ext cx="9315138" cy="2135581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70044" y="1341665"/>
            <a:ext cx="27405405" cy="2135581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D2A4-B5BD-4E4F-8C18-EB0E8C126BA1}" type="datetimeFigureOut">
              <a:rPr lang="en-BE" smtClean="0"/>
              <a:t>29/12/2021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9E42E-A305-CF4B-B600-E3B5C872BE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6949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0044" y="1341667"/>
            <a:ext cx="37260550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0044" y="6708326"/>
            <a:ext cx="37260550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0044" y="23356646"/>
            <a:ext cx="9720144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DD2A4-B5BD-4E4F-8C18-EB0E8C126BA1}" type="datetimeFigureOut">
              <a:rPr lang="en-BE" smtClean="0"/>
              <a:t>29/12/2021</a:t>
            </a:fld>
            <a:endParaRPr lang="en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0212" y="23356646"/>
            <a:ext cx="14580215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10450" y="23356646"/>
            <a:ext cx="9720144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A9E42E-A305-CF4B-B600-E3B5C872BE3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2794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240085" rtl="0" eaLnBrk="1" latinLnBrk="0" hangingPunct="1">
        <a:lnSpc>
          <a:spcPct val="90000"/>
        </a:lnSpc>
        <a:spcBef>
          <a:spcPct val="0"/>
        </a:spcBef>
        <a:buNone/>
        <a:defRPr sz="155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0021" indent="-810021" algn="l" defTabSz="3240085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2" kern="1200">
          <a:solidFill>
            <a:schemeClr val="tx1"/>
          </a:solidFill>
          <a:latin typeface="+mn-lt"/>
          <a:ea typeface="+mn-ea"/>
          <a:cs typeface="+mn-cs"/>
        </a:defRPr>
      </a:lvl1pPr>
      <a:lvl2pPr marL="2430064" indent="-810021" algn="l" defTabSz="3240085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50106" indent="-810021" algn="l" defTabSz="3240085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670149" indent="-810021" algn="l" defTabSz="3240085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90191" indent="-810021" algn="l" defTabSz="3240085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10234" indent="-810021" algn="l" defTabSz="3240085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30276" indent="-810021" algn="l" defTabSz="3240085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50319" indent="-810021" algn="l" defTabSz="3240085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70361" indent="-810021" algn="l" defTabSz="3240085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40085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20042" algn="l" defTabSz="3240085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40085" algn="l" defTabSz="3240085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60127" algn="l" defTabSz="3240085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80170" algn="l" defTabSz="3240085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100212" algn="l" defTabSz="3240085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20255" algn="l" defTabSz="3240085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40297" algn="l" defTabSz="3240085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60340" algn="l" defTabSz="3240085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2.png"/><Relationship Id="rId10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51" Type="http://schemas.openxmlformats.org/officeDocument/2006/relationships/image" Target="../media/image104.png"/><Relationship Id="rId50" Type="http://schemas.openxmlformats.org/officeDocument/2006/relationships/image" Target="../media/image103.png"/><Relationship Id="rId55" Type="http://schemas.openxmlformats.org/officeDocument/2006/relationships/image" Target="../media/image107.png"/><Relationship Id="rId59" Type="http://schemas.openxmlformats.org/officeDocument/2006/relationships/image" Target="../media/image109.png"/><Relationship Id="rId54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3" Type="http://schemas.openxmlformats.org/officeDocument/2006/relationships/image" Target="../media/image71.png"/><Relationship Id="rId58" Type="http://schemas.openxmlformats.org/officeDocument/2006/relationships/image" Target="../media/image108.png"/><Relationship Id="rId57" Type="http://schemas.openxmlformats.org/officeDocument/2006/relationships/image" Target="../media/image7.png"/><Relationship Id="rId61" Type="http://schemas.openxmlformats.org/officeDocument/2006/relationships/image" Target="../media/image112.png"/><Relationship Id="rId52" Type="http://schemas.openxmlformats.org/officeDocument/2006/relationships/image" Target="../media/image105.png"/><Relationship Id="rId60" Type="http://schemas.openxmlformats.org/officeDocument/2006/relationships/image" Target="../media/image111.png"/><Relationship Id="rId9" Type="http://schemas.openxmlformats.org/officeDocument/2006/relationships/image" Target="NULL"/><Relationship Id="rId56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63" Type="http://schemas.openxmlformats.org/officeDocument/2006/relationships/image" Target="../media/image9.png"/><Relationship Id="rId68" Type="http://schemas.openxmlformats.org/officeDocument/2006/relationships/image" Target="../media/image14.png"/><Relationship Id="rId59" Type="http://schemas.openxmlformats.org/officeDocument/2006/relationships/image" Target="../media/image120.png"/><Relationship Id="rId67" Type="http://schemas.openxmlformats.org/officeDocument/2006/relationships/image" Target="../media/image13.png"/><Relationship Id="rId2" Type="http://schemas.openxmlformats.org/officeDocument/2006/relationships/image" Target="../media/image6.png"/><Relationship Id="rId6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6" Type="http://schemas.openxmlformats.org/officeDocument/2006/relationships/image" Target="../media/image12.png"/><Relationship Id="rId61" Type="http://schemas.openxmlformats.org/officeDocument/2006/relationships/image" Target="../media/image122.png"/><Relationship Id="rId60" Type="http://schemas.openxmlformats.org/officeDocument/2006/relationships/image" Target="../media/image121.png"/><Relationship Id="rId65" Type="http://schemas.openxmlformats.org/officeDocument/2006/relationships/image" Target="../media/image11.png"/><Relationship Id="rId6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0.xml.rels><?xml version="1.0" encoding="UTF-8" standalone="yes"?>
<Relationships xmlns="http://schemas.openxmlformats.org/package/2006/relationships"><Relationship Id="rId39" Type="http://schemas.openxmlformats.org/officeDocument/2006/relationships/image" Target="../media/image169.png"/><Relationship Id="rId3" Type="http://schemas.openxmlformats.org/officeDocument/2006/relationships/image" Target="../media/image7.png"/><Relationship Id="rId34" Type="http://schemas.openxmlformats.org/officeDocument/2006/relationships/image" Target="../media/image165.png"/><Relationship Id="rId38" Type="http://schemas.openxmlformats.org/officeDocument/2006/relationships/image" Target="../media/image168.png"/><Relationship Id="rId33" Type="http://schemas.openxmlformats.org/officeDocument/2006/relationships/image" Target="../media/image164.png"/><Relationship Id="rId2" Type="http://schemas.openxmlformats.org/officeDocument/2006/relationships/image" Target="../media/image6.png"/><Relationship Id="rId29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163.png"/><Relationship Id="rId37" Type="http://schemas.openxmlformats.org/officeDocument/2006/relationships/image" Target="../media/image167.png"/><Relationship Id="rId36" Type="http://schemas.openxmlformats.org/officeDocument/2006/relationships/image" Target="../media/image157.png"/><Relationship Id="rId31" Type="http://schemas.openxmlformats.org/officeDocument/2006/relationships/image" Target="../media/image162.png"/><Relationship Id="rId35" Type="http://schemas.openxmlformats.org/officeDocument/2006/relationships/image" Target="../media/image16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1A477C8A-842E-D24F-8E3F-A54622A916B7}"/>
              </a:ext>
            </a:extLst>
          </p:cNvPr>
          <p:cNvGrpSpPr/>
          <p:nvPr/>
        </p:nvGrpSpPr>
        <p:grpSpPr>
          <a:xfrm>
            <a:off x="18012363" y="9908993"/>
            <a:ext cx="3904187" cy="4697824"/>
            <a:chOff x="3665842" y="1606367"/>
            <a:chExt cx="2644339" cy="3181876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F74D356-2205-E041-9816-58DBD53988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519" t="3421" r="4737" b="5492"/>
            <a:stretch/>
          </p:blipFill>
          <p:spPr>
            <a:xfrm>
              <a:off x="4258960" y="1606367"/>
              <a:ext cx="2051221" cy="2718487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0B9A111-76F4-2E4D-A960-2523FE0894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6519" t="3421" r="4737" b="5492"/>
            <a:stretch/>
          </p:blipFill>
          <p:spPr>
            <a:xfrm>
              <a:off x="4061254" y="1760830"/>
              <a:ext cx="2051221" cy="2718487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181355C-747B-E14F-AE2C-9D370A654D3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6519" t="3421" r="4737" b="5492"/>
            <a:stretch/>
          </p:blipFill>
          <p:spPr>
            <a:xfrm>
              <a:off x="3863548" y="1915293"/>
              <a:ext cx="2051221" cy="2718487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88D8091-BC60-E346-8E02-340B91DB95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519" t="3421" r="4737" b="5492"/>
            <a:stretch/>
          </p:blipFill>
          <p:spPr>
            <a:xfrm>
              <a:off x="3665842" y="2069756"/>
              <a:ext cx="2051221" cy="2718487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C17F9E31-4935-D743-A8B2-333923E9C7E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519" t="4456" r="4737" b="4456"/>
          <a:stretch/>
        </p:blipFill>
        <p:spPr>
          <a:xfrm>
            <a:off x="24257856" y="10137046"/>
            <a:ext cx="3028489" cy="401366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C127843-C002-6E4E-B21C-134A133E3D1C}"/>
              </a:ext>
            </a:extLst>
          </p:cNvPr>
          <p:cNvGrpSpPr/>
          <p:nvPr/>
        </p:nvGrpSpPr>
        <p:grpSpPr>
          <a:xfrm>
            <a:off x="9710360" y="5207387"/>
            <a:ext cx="3600000" cy="3600000"/>
            <a:chOff x="4880963" y="8841302"/>
            <a:chExt cx="3600000" cy="3600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995EA0-E4D0-4C42-AC8F-4BEB0640ABCE}"/>
                </a:ext>
              </a:extLst>
            </p:cNvPr>
            <p:cNvSpPr>
              <a:spLocks/>
            </p:cNvSpPr>
            <p:nvPr/>
          </p:nvSpPr>
          <p:spPr>
            <a:xfrm>
              <a:off x="4880963" y="8841302"/>
              <a:ext cx="3600000" cy="3600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E81115-806B-8E4A-BEF7-ADD8D37833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6519" t="3421" r="4737" b="5492"/>
            <a:stretch/>
          </p:blipFill>
          <p:spPr>
            <a:xfrm>
              <a:off x="5322783" y="8841302"/>
              <a:ext cx="2716360" cy="360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263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C3E686-FBF5-FB43-B75F-08587A1AE1DF}"/>
              </a:ext>
            </a:extLst>
          </p:cNvPr>
          <p:cNvSpPr/>
          <p:nvPr/>
        </p:nvSpPr>
        <p:spPr>
          <a:xfrm>
            <a:off x="24325325" y="11413020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Bridge Block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8FD8ECC0-C8DC-1A48-BA54-844B5CD89A9A}"/>
              </a:ext>
            </a:extLst>
          </p:cNvPr>
          <p:cNvCxnSpPr>
            <a:cxnSpLocks/>
            <a:stCxn id="71" idx="2"/>
            <a:endCxn id="7" idx="1"/>
          </p:cNvCxnSpPr>
          <p:nvPr/>
        </p:nvCxnSpPr>
        <p:spPr>
          <a:xfrm rot="16200000" flipH="1">
            <a:off x="23694682" y="11142384"/>
            <a:ext cx="718132" cy="543153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13995835-9BEE-374D-8D8A-0E75DDC468E6}"/>
              </a:ext>
            </a:extLst>
          </p:cNvPr>
          <p:cNvCxnSpPr>
            <a:cxnSpLocks/>
            <a:stCxn id="7" idx="3"/>
            <a:endCxn id="73" idx="2"/>
          </p:cNvCxnSpPr>
          <p:nvPr/>
        </p:nvCxnSpPr>
        <p:spPr>
          <a:xfrm flipV="1">
            <a:off x="26485325" y="11053954"/>
            <a:ext cx="543154" cy="719066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95E0DE1-97DB-2142-B918-4DE426A4D084}"/>
              </a:ext>
            </a:extLst>
          </p:cNvPr>
          <p:cNvSpPr/>
          <p:nvPr/>
        </p:nvSpPr>
        <p:spPr>
          <a:xfrm>
            <a:off x="22708481" y="7094662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Encoder Block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70C4B-2235-2F4E-8F14-C847E338F456}"/>
              </a:ext>
            </a:extLst>
          </p:cNvPr>
          <p:cNvSpPr/>
          <p:nvPr/>
        </p:nvSpPr>
        <p:spPr>
          <a:xfrm>
            <a:off x="22708480" y="8174888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Encoder Block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567E0C-1903-CB41-B233-BD31AEE08C44}"/>
              </a:ext>
            </a:extLst>
          </p:cNvPr>
          <p:cNvSpPr/>
          <p:nvPr/>
        </p:nvSpPr>
        <p:spPr>
          <a:xfrm>
            <a:off x="22708480" y="9255822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Encoder Block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F13227-FF98-A74C-8288-EA9DC4DA3DA4}"/>
              </a:ext>
            </a:extLst>
          </p:cNvPr>
          <p:cNvSpPr/>
          <p:nvPr/>
        </p:nvSpPr>
        <p:spPr>
          <a:xfrm>
            <a:off x="25948481" y="9254888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Decoder Block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D3D882-97C6-8C4E-B79C-0E0D79328436}"/>
              </a:ext>
            </a:extLst>
          </p:cNvPr>
          <p:cNvSpPr/>
          <p:nvPr/>
        </p:nvSpPr>
        <p:spPr>
          <a:xfrm>
            <a:off x="25948479" y="8174888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Decoder Block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1109C2-8682-CD45-97BE-47258E8F4B83}"/>
              </a:ext>
            </a:extLst>
          </p:cNvPr>
          <p:cNvSpPr/>
          <p:nvPr/>
        </p:nvSpPr>
        <p:spPr>
          <a:xfrm>
            <a:off x="25948481" y="7094662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Decoder Block 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E1A8A1-0EA3-FC41-9444-7FA553E4DF1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3788485" y="7814662"/>
            <a:ext cx="1" cy="36022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D880FF-71D1-B94D-BF5F-BF64C0E798E7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23788480" y="8894888"/>
            <a:ext cx="0" cy="36093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77A85DB-A449-A944-ADC9-EB28F69E0F30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>
          <a:xfrm flipH="1" flipV="1">
            <a:off x="27028479" y="8894888"/>
            <a:ext cx="2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221A66C-3B7B-514D-95E1-7A708F7304CC}"/>
              </a:ext>
            </a:extLst>
          </p:cNvPr>
          <p:cNvCxnSpPr>
            <a:cxnSpLocks/>
            <a:stCxn id="10" idx="0"/>
            <a:endCxn id="11" idx="2"/>
          </p:cNvCxnSpPr>
          <p:nvPr/>
        </p:nvCxnSpPr>
        <p:spPr>
          <a:xfrm flipV="1">
            <a:off x="27028479" y="7814662"/>
            <a:ext cx="2" cy="36022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8A35B183-1CC8-FC45-9384-AAFB80906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1137" y="5328112"/>
            <a:ext cx="1154693" cy="138673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48E0D4E-B183-C344-B8B2-793BF7D11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5470" y="5544418"/>
            <a:ext cx="886027" cy="1170431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72453F7-279A-D443-A624-99146ED233B6}"/>
              </a:ext>
            </a:extLst>
          </p:cNvPr>
          <p:cNvCxnSpPr>
            <a:cxnSpLocks/>
            <a:stCxn id="59" idx="2"/>
            <a:endCxn id="5" idx="0"/>
          </p:cNvCxnSpPr>
          <p:nvPr/>
        </p:nvCxnSpPr>
        <p:spPr>
          <a:xfrm>
            <a:off x="23788481" y="6714846"/>
            <a:ext cx="0" cy="37981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F8895C1-0E60-AD43-91FA-43BC09B4BE98}"/>
              </a:ext>
            </a:extLst>
          </p:cNvPr>
          <p:cNvCxnSpPr>
            <a:cxnSpLocks/>
            <a:stCxn id="11" idx="0"/>
            <a:endCxn id="61" idx="2"/>
          </p:cNvCxnSpPr>
          <p:nvPr/>
        </p:nvCxnSpPr>
        <p:spPr>
          <a:xfrm flipV="1">
            <a:off x="27028481" y="6714846"/>
            <a:ext cx="0" cy="37981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FA40C10-9738-BE4E-83D7-3B628A63FC7C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4868481" y="7454662"/>
            <a:ext cx="108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17947EF-F36C-4540-B34E-8C82399825CE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4868487" y="9614888"/>
            <a:ext cx="1080001" cy="93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7E35EB7-0CD8-FC4A-927D-044F80242E09}"/>
              </a:ext>
            </a:extLst>
          </p:cNvPr>
          <p:cNvGrpSpPr/>
          <p:nvPr/>
        </p:nvGrpSpPr>
        <p:grpSpPr>
          <a:xfrm>
            <a:off x="13574123" y="6389368"/>
            <a:ext cx="5941903" cy="1627363"/>
            <a:chOff x="9315450" y="7773798"/>
            <a:chExt cx="5941903" cy="1627363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4A8C5E12-CADF-B34C-810F-2FFBBA6D599C}"/>
                </a:ext>
              </a:extLst>
            </p:cNvPr>
            <p:cNvGrpSpPr/>
            <p:nvPr/>
          </p:nvGrpSpPr>
          <p:grpSpPr>
            <a:xfrm>
              <a:off x="12245206" y="7773798"/>
              <a:ext cx="2728092" cy="1627363"/>
              <a:chOff x="12245206" y="7686646"/>
              <a:chExt cx="2728092" cy="1627363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27227B6-DAD0-274E-9D71-55652B1D78F2}"/>
                  </a:ext>
                </a:extLst>
              </p:cNvPr>
              <p:cNvSpPr/>
              <p:nvPr/>
            </p:nvSpPr>
            <p:spPr>
              <a:xfrm>
                <a:off x="12245206" y="7686646"/>
                <a:ext cx="2728092" cy="162736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4C979E88-3FE8-7C49-95DF-610D4C7B8A93}"/>
                      </a:ext>
                    </a:extLst>
                  </p:cNvPr>
                  <p:cNvSpPr txBox="1"/>
                  <p:nvPr/>
                </p:nvSpPr>
                <p:spPr>
                  <a:xfrm>
                    <a:off x="12245206" y="7712690"/>
                    <a:ext cx="65770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B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oMath>
                      </m:oMathPara>
                    </a14:m>
                    <a:endParaRPr lang="en-BE" sz="2000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4C979E88-3FE8-7C49-95DF-610D4C7B8A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45206" y="7712690"/>
                    <a:ext cx="657700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8750"/>
                    </a:stretch>
                  </a:blipFill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8E91D03-3EBC-E34B-8C3C-38846B45109D}"/>
                </a:ext>
              </a:extLst>
            </p:cNvPr>
            <p:cNvSpPr/>
            <p:nvPr/>
          </p:nvSpPr>
          <p:spPr>
            <a:xfrm>
              <a:off x="12529261" y="8326645"/>
              <a:ext cx="2159982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chemeClr val="accent6">
                      <a:lumMod val="50000"/>
                    </a:schemeClr>
                  </a:solidFill>
                </a:rPr>
                <a:t>Subblock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AC1C607-0686-4B42-BAB4-E74E4D94280D}"/>
                </a:ext>
              </a:extLst>
            </p:cNvPr>
            <p:cNvSpPr/>
            <p:nvPr/>
          </p:nvSpPr>
          <p:spPr>
            <a:xfrm>
              <a:off x="9801164" y="8326645"/>
              <a:ext cx="2159987" cy="72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rgbClr val="71330C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rgbClr val="71330C"/>
                  </a:solidFill>
                </a:rPr>
                <a:t>Conv (stride = 2)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3672A5DD-A741-054B-8569-37396055F649}"/>
                </a:ext>
              </a:extLst>
            </p:cNvPr>
            <p:cNvCxnSpPr>
              <a:cxnSpLocks/>
              <a:stCxn id="84" idx="3"/>
              <a:endCxn id="83" idx="1"/>
            </p:cNvCxnSpPr>
            <p:nvPr/>
          </p:nvCxnSpPr>
          <p:spPr>
            <a:xfrm>
              <a:off x="11961151" y="8686645"/>
              <a:ext cx="56811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D1770FB3-82DC-CC44-A70A-932D097D3768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>
              <a:off x="9315450" y="8686645"/>
              <a:ext cx="48571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C5B3DAAA-6FF1-FA4F-876B-5DE6165902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89243" y="8686645"/>
              <a:ext cx="568110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2BCA501F-D084-1B48-912C-7F95E137E5F4}"/>
              </a:ext>
            </a:extLst>
          </p:cNvPr>
          <p:cNvGrpSpPr/>
          <p:nvPr/>
        </p:nvGrpSpPr>
        <p:grpSpPr>
          <a:xfrm>
            <a:off x="14188481" y="10693957"/>
            <a:ext cx="5327542" cy="2527353"/>
            <a:chOff x="10369277" y="10309707"/>
            <a:chExt cx="5327542" cy="2527353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B71E9245-AFF7-9940-9AE4-22BB9A0E3C15}"/>
                </a:ext>
              </a:extLst>
            </p:cNvPr>
            <p:cNvGrpSpPr/>
            <p:nvPr/>
          </p:nvGrpSpPr>
          <p:grpSpPr>
            <a:xfrm>
              <a:off x="12684672" y="10309707"/>
              <a:ext cx="2728092" cy="1627363"/>
              <a:chOff x="12245206" y="7686646"/>
              <a:chExt cx="2728092" cy="1627363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13220279-BCAA-3940-B5AE-2FD38BDE1B8A}"/>
                  </a:ext>
                </a:extLst>
              </p:cNvPr>
              <p:cNvSpPr/>
              <p:nvPr/>
            </p:nvSpPr>
            <p:spPr>
              <a:xfrm>
                <a:off x="12245206" y="7686646"/>
                <a:ext cx="2728092" cy="162736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63116B9C-8707-5D43-BC51-7FD4981DF783}"/>
                      </a:ext>
                    </a:extLst>
                  </p:cNvPr>
                  <p:cNvSpPr txBox="1"/>
                  <p:nvPr/>
                </p:nvSpPr>
                <p:spPr>
                  <a:xfrm>
                    <a:off x="12245206" y="7712690"/>
                    <a:ext cx="65770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B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en-BE" sz="2000" dirty="0"/>
                  </a:p>
                </p:txBody>
              </p:sp>
            </mc:Choice>
            <mc:Fallback xmlns=""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63116B9C-8707-5D43-BC51-7FD4981DF7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45206" y="7712690"/>
                    <a:ext cx="657700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69743B2-9A88-FE4C-B7CA-C637E8F46F98}"/>
                </a:ext>
              </a:extLst>
            </p:cNvPr>
            <p:cNvSpPr/>
            <p:nvPr/>
          </p:nvSpPr>
          <p:spPr>
            <a:xfrm>
              <a:off x="12968727" y="10862554"/>
              <a:ext cx="2159982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chemeClr val="accent6">
                      <a:lumMod val="50000"/>
                    </a:schemeClr>
                  </a:solidFill>
                </a:rPr>
                <a:t>Subblock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CFE8EDB-E766-794D-A196-1D85AFF96AB3}"/>
                </a:ext>
              </a:extLst>
            </p:cNvPr>
            <p:cNvCxnSpPr>
              <a:cxnSpLocks/>
              <a:stCxn id="123" idx="6"/>
              <a:endCxn id="114" idx="1"/>
            </p:cNvCxnSpPr>
            <p:nvPr/>
          </p:nvCxnSpPr>
          <p:spPr>
            <a:xfrm>
              <a:off x="11629270" y="11222554"/>
              <a:ext cx="133945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4265511E-924D-2F43-B6E8-68106FA6DAD0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>
              <a:off x="10672763" y="11222554"/>
              <a:ext cx="59650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00FF8B3D-1D3C-E345-B3B7-94D57D761A37}"/>
                </a:ext>
              </a:extLst>
            </p:cNvPr>
            <p:cNvCxnSpPr>
              <a:cxnSpLocks/>
              <a:stCxn id="114" idx="3"/>
            </p:cNvCxnSpPr>
            <p:nvPr/>
          </p:nvCxnSpPr>
          <p:spPr>
            <a:xfrm>
              <a:off x="15128709" y="11222554"/>
              <a:ext cx="56811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4790B80-99EB-A147-B6ED-6F23896057B5}"/>
                </a:ext>
              </a:extLst>
            </p:cNvPr>
            <p:cNvSpPr/>
            <p:nvPr/>
          </p:nvSpPr>
          <p:spPr>
            <a:xfrm>
              <a:off x="10369277" y="11759807"/>
              <a:ext cx="2159986" cy="72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rgbClr val="71330C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rgbClr val="71330C"/>
                  </a:solidFill>
                </a:rPr>
                <a:t>T</a:t>
              </a:r>
              <a:r>
                <a:rPr lang="en-GB" sz="2000" b="1" dirty="0">
                  <a:solidFill>
                    <a:srgbClr val="71330C"/>
                  </a:solidFill>
                </a:rPr>
                <a:t>C</a:t>
              </a:r>
              <a:r>
                <a:rPr lang="en-BE" sz="2000" b="1" dirty="0">
                  <a:solidFill>
                    <a:srgbClr val="71330C"/>
                  </a:solidFill>
                </a:rPr>
                <a:t>onv (stride = 2)</a:t>
              </a:r>
            </a:p>
          </p:txBody>
        </p:sp>
        <p:sp>
          <p:nvSpPr>
            <p:cNvPr id="123" name="Connector 122">
              <a:extLst>
                <a:ext uri="{FF2B5EF4-FFF2-40B4-BE49-F238E27FC236}">
                  <a16:creationId xmlns:a16="http://schemas.microsoft.com/office/drawing/2014/main" id="{E52484C9-180F-034E-9686-CB36525286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69270" y="11042554"/>
              <a:ext cx="360000" cy="360000"/>
            </a:xfrm>
            <a:prstGeom prst="flowChartConnec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000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5B19632E-535D-EC46-BBD2-9D5D1FBA414F}"/>
                </a:ext>
              </a:extLst>
            </p:cNvPr>
            <p:cNvCxnSpPr>
              <a:cxnSpLocks/>
              <a:stCxn id="122" idx="0"/>
              <a:endCxn id="123" idx="4"/>
            </p:cNvCxnSpPr>
            <p:nvPr/>
          </p:nvCxnSpPr>
          <p:spPr>
            <a:xfrm flipV="1">
              <a:off x="11449270" y="11402554"/>
              <a:ext cx="0" cy="357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F8224F29-3D85-F84A-8434-D17536EAF539}"/>
                </a:ext>
              </a:extLst>
            </p:cNvPr>
            <p:cNvCxnSpPr>
              <a:cxnSpLocks/>
              <a:endCxn id="122" idx="2"/>
            </p:cNvCxnSpPr>
            <p:nvPr/>
          </p:nvCxnSpPr>
          <p:spPr>
            <a:xfrm flipV="1">
              <a:off x="11449270" y="12479807"/>
              <a:ext cx="0" cy="357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2DF4C9CC-E192-E342-893A-AC0668AEB07D}"/>
              </a:ext>
            </a:extLst>
          </p:cNvPr>
          <p:cNvSpPr/>
          <p:nvPr/>
        </p:nvSpPr>
        <p:spPr>
          <a:xfrm>
            <a:off x="22702172" y="10334888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Encoder Block 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F9B7230-8971-AD4B-918F-368C12C4FA16}"/>
              </a:ext>
            </a:extLst>
          </p:cNvPr>
          <p:cNvSpPr/>
          <p:nvPr/>
        </p:nvSpPr>
        <p:spPr>
          <a:xfrm>
            <a:off x="25948479" y="10333954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Decoder Block 1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92C49D-1A7A-384B-9F93-84923CA338F9}"/>
              </a:ext>
            </a:extLst>
          </p:cNvPr>
          <p:cNvCxnSpPr>
            <a:cxnSpLocks/>
            <a:stCxn id="71" idx="3"/>
            <a:endCxn id="73" idx="1"/>
          </p:cNvCxnSpPr>
          <p:nvPr/>
        </p:nvCxnSpPr>
        <p:spPr>
          <a:xfrm flipV="1">
            <a:off x="24862179" y="10693954"/>
            <a:ext cx="1086307" cy="93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FA762B50-F972-1B40-AF2A-04899E7BE9D9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4868485" y="8534888"/>
            <a:ext cx="10799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F8C856C9-66BE-6E4F-B151-7AE47668C0AC}"/>
              </a:ext>
            </a:extLst>
          </p:cNvPr>
          <p:cNvCxnSpPr>
            <a:cxnSpLocks/>
            <a:stCxn id="8" idx="2"/>
            <a:endCxn id="71" idx="0"/>
          </p:cNvCxnSpPr>
          <p:nvPr/>
        </p:nvCxnSpPr>
        <p:spPr>
          <a:xfrm flipH="1">
            <a:off x="23782172" y="9975822"/>
            <a:ext cx="6308" cy="35906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EAC5B9D-36D8-2141-BDB5-799957E3F3DC}"/>
              </a:ext>
            </a:extLst>
          </p:cNvPr>
          <p:cNvCxnSpPr>
            <a:cxnSpLocks/>
            <a:stCxn id="73" idx="0"/>
            <a:endCxn id="9" idx="2"/>
          </p:cNvCxnSpPr>
          <p:nvPr/>
        </p:nvCxnSpPr>
        <p:spPr>
          <a:xfrm flipV="1">
            <a:off x="27028479" y="9974888"/>
            <a:ext cx="2" cy="35906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419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1C3E686-FBF5-FB43-B75F-08587A1AE1DF}"/>
              </a:ext>
            </a:extLst>
          </p:cNvPr>
          <p:cNvSpPr/>
          <p:nvPr/>
        </p:nvSpPr>
        <p:spPr>
          <a:xfrm>
            <a:off x="19999707" y="11033595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Bridge Block</a:t>
            </a:r>
          </a:p>
        </p:txBody>
      </p: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8FD8ECC0-C8DC-1A48-BA54-844B5CD89A9A}"/>
              </a:ext>
            </a:extLst>
          </p:cNvPr>
          <p:cNvCxnSpPr>
            <a:cxnSpLocks/>
            <a:stCxn id="71" idx="2"/>
            <a:endCxn id="7" idx="1"/>
          </p:cNvCxnSpPr>
          <p:nvPr/>
        </p:nvCxnSpPr>
        <p:spPr>
          <a:xfrm rot="16200000" flipH="1">
            <a:off x="19369064" y="10762959"/>
            <a:ext cx="718132" cy="543153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13995835-9BEE-374D-8D8A-0E75DDC468E6}"/>
              </a:ext>
            </a:extLst>
          </p:cNvPr>
          <p:cNvCxnSpPr>
            <a:cxnSpLocks/>
            <a:stCxn id="7" idx="3"/>
            <a:endCxn id="73" idx="2"/>
          </p:cNvCxnSpPr>
          <p:nvPr/>
        </p:nvCxnSpPr>
        <p:spPr>
          <a:xfrm flipV="1">
            <a:off x="22159707" y="10674529"/>
            <a:ext cx="543154" cy="719066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95E0DE1-97DB-2142-B918-4DE426A4D084}"/>
              </a:ext>
            </a:extLst>
          </p:cNvPr>
          <p:cNvSpPr/>
          <p:nvPr/>
        </p:nvSpPr>
        <p:spPr>
          <a:xfrm>
            <a:off x="18382863" y="6715237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Encoder Block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A70C4B-2235-2F4E-8F14-C847E338F456}"/>
              </a:ext>
            </a:extLst>
          </p:cNvPr>
          <p:cNvSpPr/>
          <p:nvPr/>
        </p:nvSpPr>
        <p:spPr>
          <a:xfrm>
            <a:off x="18382862" y="7795463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Encoder Block 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567E0C-1903-CB41-B233-BD31AEE08C44}"/>
              </a:ext>
            </a:extLst>
          </p:cNvPr>
          <p:cNvSpPr/>
          <p:nvPr/>
        </p:nvSpPr>
        <p:spPr>
          <a:xfrm>
            <a:off x="18382862" y="8876397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Encoder Block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F13227-FF98-A74C-8288-EA9DC4DA3DA4}"/>
              </a:ext>
            </a:extLst>
          </p:cNvPr>
          <p:cNvSpPr/>
          <p:nvPr/>
        </p:nvSpPr>
        <p:spPr>
          <a:xfrm>
            <a:off x="21622863" y="8875463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Decoder Block 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D3D882-97C6-8C4E-B79C-0E0D79328436}"/>
              </a:ext>
            </a:extLst>
          </p:cNvPr>
          <p:cNvSpPr/>
          <p:nvPr/>
        </p:nvSpPr>
        <p:spPr>
          <a:xfrm>
            <a:off x="21622861" y="7795463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Decoder Block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1109C2-8682-CD45-97BE-47258E8F4B83}"/>
              </a:ext>
            </a:extLst>
          </p:cNvPr>
          <p:cNvSpPr/>
          <p:nvPr/>
        </p:nvSpPr>
        <p:spPr>
          <a:xfrm>
            <a:off x="21622863" y="6715237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Decoder Block 3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0E1A8A1-0EA3-FC41-9444-7FA553E4DF1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19462865" y="7435237"/>
            <a:ext cx="1" cy="36022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AD880FF-71D1-B94D-BF5F-BF64C0E798E7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19462862" y="8515463"/>
            <a:ext cx="0" cy="36093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77A85DB-A449-A944-ADC9-EB28F69E0F30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>
          <a:xfrm flipH="1" flipV="1">
            <a:off x="22702861" y="8515463"/>
            <a:ext cx="2" cy="360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221A66C-3B7B-514D-95E1-7A708F7304CC}"/>
              </a:ext>
            </a:extLst>
          </p:cNvPr>
          <p:cNvCxnSpPr>
            <a:cxnSpLocks/>
            <a:stCxn id="10" idx="0"/>
            <a:endCxn id="11" idx="2"/>
          </p:cNvCxnSpPr>
          <p:nvPr/>
        </p:nvCxnSpPr>
        <p:spPr>
          <a:xfrm flipV="1">
            <a:off x="22702861" y="7435237"/>
            <a:ext cx="2" cy="36022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>
            <a:extLst>
              <a:ext uri="{FF2B5EF4-FFF2-40B4-BE49-F238E27FC236}">
                <a16:creationId xmlns:a16="http://schemas.microsoft.com/office/drawing/2014/main" id="{8A35B183-1CC8-FC45-9384-AAFB80906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5519" y="4948687"/>
            <a:ext cx="1154693" cy="138673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48E0D4E-B183-C344-B8B2-793BF7D11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9852" y="5164993"/>
            <a:ext cx="886027" cy="1170431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72453F7-279A-D443-A624-99146ED233B6}"/>
              </a:ext>
            </a:extLst>
          </p:cNvPr>
          <p:cNvCxnSpPr>
            <a:cxnSpLocks/>
            <a:stCxn id="59" idx="2"/>
            <a:endCxn id="5" idx="0"/>
          </p:cNvCxnSpPr>
          <p:nvPr/>
        </p:nvCxnSpPr>
        <p:spPr>
          <a:xfrm>
            <a:off x="19462863" y="6335421"/>
            <a:ext cx="0" cy="37981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F8895C1-0E60-AD43-91FA-43BC09B4BE98}"/>
              </a:ext>
            </a:extLst>
          </p:cNvPr>
          <p:cNvCxnSpPr>
            <a:cxnSpLocks/>
            <a:stCxn id="11" idx="0"/>
            <a:endCxn id="61" idx="2"/>
          </p:cNvCxnSpPr>
          <p:nvPr/>
        </p:nvCxnSpPr>
        <p:spPr>
          <a:xfrm flipV="1">
            <a:off x="22702863" y="6335421"/>
            <a:ext cx="0" cy="37981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9FA40C10-9738-BE4E-83D7-3B628A63FC7C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20542863" y="7075237"/>
            <a:ext cx="108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817947EF-F36C-4540-B34E-8C82399825CE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0542869" y="9235463"/>
            <a:ext cx="1080001" cy="93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17E35EB7-0CD8-FC4A-927D-044F80242E09}"/>
              </a:ext>
            </a:extLst>
          </p:cNvPr>
          <p:cNvGrpSpPr/>
          <p:nvPr/>
        </p:nvGrpSpPr>
        <p:grpSpPr>
          <a:xfrm>
            <a:off x="14122540" y="14789899"/>
            <a:ext cx="5941903" cy="1627363"/>
            <a:chOff x="9315450" y="7773798"/>
            <a:chExt cx="5941903" cy="1627363"/>
          </a:xfrm>
        </p:grpSpPr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4A8C5E12-CADF-B34C-810F-2FFBBA6D599C}"/>
                </a:ext>
              </a:extLst>
            </p:cNvPr>
            <p:cNvGrpSpPr/>
            <p:nvPr/>
          </p:nvGrpSpPr>
          <p:grpSpPr>
            <a:xfrm>
              <a:off x="12245206" y="7773798"/>
              <a:ext cx="2728092" cy="1627363"/>
              <a:chOff x="12245206" y="7686646"/>
              <a:chExt cx="2728092" cy="1627363"/>
            </a:xfrm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A27227B6-DAD0-274E-9D71-55652B1D78F2}"/>
                  </a:ext>
                </a:extLst>
              </p:cNvPr>
              <p:cNvSpPr/>
              <p:nvPr/>
            </p:nvSpPr>
            <p:spPr>
              <a:xfrm>
                <a:off x="12245206" y="7686646"/>
                <a:ext cx="2728092" cy="162736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4C979E88-3FE8-7C49-95DF-610D4C7B8A93}"/>
                      </a:ext>
                    </a:extLst>
                  </p:cNvPr>
                  <p:cNvSpPr txBox="1"/>
                  <p:nvPr/>
                </p:nvSpPr>
                <p:spPr>
                  <a:xfrm>
                    <a:off x="12245206" y="7712690"/>
                    <a:ext cx="65770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B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oMath>
                      </m:oMathPara>
                    </a14:m>
                    <a:endParaRPr lang="en-BE" sz="2000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4C979E88-3FE8-7C49-95DF-610D4C7B8A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45206" y="7712690"/>
                    <a:ext cx="657700" cy="40011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8750"/>
                    </a:stretch>
                  </a:blipFill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A8E91D03-3EBC-E34B-8C3C-38846B45109D}"/>
                </a:ext>
              </a:extLst>
            </p:cNvPr>
            <p:cNvSpPr/>
            <p:nvPr/>
          </p:nvSpPr>
          <p:spPr>
            <a:xfrm>
              <a:off x="12529261" y="8326645"/>
              <a:ext cx="2159982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chemeClr val="accent6">
                      <a:lumMod val="50000"/>
                    </a:schemeClr>
                  </a:solidFill>
                </a:rPr>
                <a:t>Subblock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AC1C607-0686-4B42-BAB4-E74E4D94280D}"/>
                </a:ext>
              </a:extLst>
            </p:cNvPr>
            <p:cNvSpPr/>
            <p:nvPr/>
          </p:nvSpPr>
          <p:spPr>
            <a:xfrm>
              <a:off x="9801164" y="8326645"/>
              <a:ext cx="2159987" cy="72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rgbClr val="71330C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rgbClr val="71330C"/>
                  </a:solidFill>
                </a:rPr>
                <a:t>Conv (stride = 2)</a:t>
              </a:r>
            </a:p>
          </p:txBody>
        </p: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3672A5DD-A741-054B-8569-37396055F649}"/>
                </a:ext>
              </a:extLst>
            </p:cNvPr>
            <p:cNvCxnSpPr>
              <a:cxnSpLocks/>
              <a:stCxn id="84" idx="3"/>
              <a:endCxn id="83" idx="1"/>
            </p:cNvCxnSpPr>
            <p:nvPr/>
          </p:nvCxnSpPr>
          <p:spPr>
            <a:xfrm>
              <a:off x="11961151" y="8686645"/>
              <a:ext cx="56811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D1770FB3-82DC-CC44-A70A-932D097D3768}"/>
                </a:ext>
              </a:extLst>
            </p:cNvPr>
            <p:cNvCxnSpPr>
              <a:cxnSpLocks/>
              <a:endCxn id="84" idx="1"/>
            </p:cNvCxnSpPr>
            <p:nvPr/>
          </p:nvCxnSpPr>
          <p:spPr>
            <a:xfrm>
              <a:off x="9315450" y="8686645"/>
              <a:ext cx="485714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C5B3DAAA-6FF1-FA4F-876B-5DE6165902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89243" y="8686645"/>
              <a:ext cx="568110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2BCA501F-D084-1B48-912C-7F95E137E5F4}"/>
              </a:ext>
            </a:extLst>
          </p:cNvPr>
          <p:cNvGrpSpPr/>
          <p:nvPr/>
        </p:nvGrpSpPr>
        <p:grpSpPr>
          <a:xfrm>
            <a:off x="22259849" y="14525453"/>
            <a:ext cx="5327542" cy="2527353"/>
            <a:chOff x="10369277" y="10309707"/>
            <a:chExt cx="5327542" cy="2527353"/>
          </a:xfrm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B71E9245-AFF7-9940-9AE4-22BB9A0E3C15}"/>
                </a:ext>
              </a:extLst>
            </p:cNvPr>
            <p:cNvGrpSpPr/>
            <p:nvPr/>
          </p:nvGrpSpPr>
          <p:grpSpPr>
            <a:xfrm>
              <a:off x="12684672" y="10309707"/>
              <a:ext cx="2728092" cy="1627363"/>
              <a:chOff x="12245206" y="7686646"/>
              <a:chExt cx="2728092" cy="1627363"/>
            </a:xfrm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13220279-BCAA-3940-B5AE-2FD38BDE1B8A}"/>
                  </a:ext>
                </a:extLst>
              </p:cNvPr>
              <p:cNvSpPr/>
              <p:nvPr/>
            </p:nvSpPr>
            <p:spPr>
              <a:xfrm>
                <a:off x="12245206" y="7686646"/>
                <a:ext cx="2728092" cy="162736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63116B9C-8707-5D43-BC51-7FD4981DF783}"/>
                      </a:ext>
                    </a:extLst>
                  </p:cNvPr>
                  <p:cNvSpPr txBox="1"/>
                  <p:nvPr/>
                </p:nvSpPr>
                <p:spPr>
                  <a:xfrm>
                    <a:off x="12245206" y="7712690"/>
                    <a:ext cx="65770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BE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oMath>
                      </m:oMathPara>
                    </a14:m>
                    <a:endParaRPr lang="en-BE" sz="2000" dirty="0"/>
                  </a:p>
                </p:txBody>
              </p:sp>
            </mc:Choice>
            <mc:Fallback xmlns=""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63116B9C-8707-5D43-BC51-7FD4981DF7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45206" y="7712690"/>
                    <a:ext cx="657700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8182"/>
                    </a:stretch>
                  </a:blipFill>
                </p:spPr>
                <p:txBody>
                  <a:bodyPr/>
                  <a:lstStyle/>
                  <a:p>
                    <a:r>
                      <a:rPr lang="en-BE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069743B2-9A88-FE4C-B7CA-C637E8F46F98}"/>
                </a:ext>
              </a:extLst>
            </p:cNvPr>
            <p:cNvSpPr/>
            <p:nvPr/>
          </p:nvSpPr>
          <p:spPr>
            <a:xfrm>
              <a:off x="12968727" y="10862554"/>
              <a:ext cx="2159982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chemeClr val="accent6">
                      <a:lumMod val="50000"/>
                    </a:schemeClr>
                  </a:solidFill>
                </a:rPr>
                <a:t>Subblock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CFE8EDB-E766-794D-A196-1D85AFF96AB3}"/>
                </a:ext>
              </a:extLst>
            </p:cNvPr>
            <p:cNvCxnSpPr>
              <a:cxnSpLocks/>
              <a:stCxn id="123" idx="6"/>
              <a:endCxn id="114" idx="1"/>
            </p:cNvCxnSpPr>
            <p:nvPr/>
          </p:nvCxnSpPr>
          <p:spPr>
            <a:xfrm>
              <a:off x="11629270" y="11222554"/>
              <a:ext cx="133945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4265511E-924D-2F43-B6E8-68106FA6DAD0}"/>
                </a:ext>
              </a:extLst>
            </p:cNvPr>
            <p:cNvCxnSpPr>
              <a:cxnSpLocks/>
              <a:endCxn id="123" idx="2"/>
            </p:cNvCxnSpPr>
            <p:nvPr/>
          </p:nvCxnSpPr>
          <p:spPr>
            <a:xfrm>
              <a:off x="10672763" y="11222554"/>
              <a:ext cx="59650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00FF8B3D-1D3C-E345-B3B7-94D57D761A37}"/>
                </a:ext>
              </a:extLst>
            </p:cNvPr>
            <p:cNvCxnSpPr>
              <a:cxnSpLocks/>
              <a:stCxn id="114" idx="3"/>
            </p:cNvCxnSpPr>
            <p:nvPr/>
          </p:nvCxnSpPr>
          <p:spPr>
            <a:xfrm>
              <a:off x="15128709" y="11222554"/>
              <a:ext cx="56811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4790B80-99EB-A147-B6ED-6F23896057B5}"/>
                </a:ext>
              </a:extLst>
            </p:cNvPr>
            <p:cNvSpPr/>
            <p:nvPr/>
          </p:nvSpPr>
          <p:spPr>
            <a:xfrm>
              <a:off x="10369277" y="11759807"/>
              <a:ext cx="2159986" cy="720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rgbClr val="71330C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rgbClr val="71330C"/>
                  </a:solidFill>
                </a:rPr>
                <a:t>T</a:t>
              </a:r>
              <a:r>
                <a:rPr lang="en-GB" sz="2000" b="1" dirty="0">
                  <a:solidFill>
                    <a:srgbClr val="71330C"/>
                  </a:solidFill>
                </a:rPr>
                <a:t>C</a:t>
              </a:r>
              <a:r>
                <a:rPr lang="en-BE" sz="2000" b="1" dirty="0">
                  <a:solidFill>
                    <a:srgbClr val="71330C"/>
                  </a:solidFill>
                </a:rPr>
                <a:t>onv (stride = 2)</a:t>
              </a:r>
            </a:p>
          </p:txBody>
        </p:sp>
        <p:sp>
          <p:nvSpPr>
            <p:cNvPr id="123" name="Connector 122">
              <a:extLst>
                <a:ext uri="{FF2B5EF4-FFF2-40B4-BE49-F238E27FC236}">
                  <a16:creationId xmlns:a16="http://schemas.microsoft.com/office/drawing/2014/main" id="{E52484C9-180F-034E-9686-CB365252863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69270" y="11042554"/>
              <a:ext cx="360000" cy="360000"/>
            </a:xfrm>
            <a:prstGeom prst="flowChartConnec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000" dirty="0">
                  <a:solidFill>
                    <a:schemeClr val="tx1"/>
                  </a:solidFill>
                </a:rPr>
                <a:t>C</a:t>
              </a:r>
            </a:p>
          </p:txBody>
        </p: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5B19632E-535D-EC46-BBD2-9D5D1FBA414F}"/>
                </a:ext>
              </a:extLst>
            </p:cNvPr>
            <p:cNvCxnSpPr>
              <a:cxnSpLocks/>
              <a:stCxn id="122" idx="0"/>
              <a:endCxn id="123" idx="4"/>
            </p:cNvCxnSpPr>
            <p:nvPr/>
          </p:nvCxnSpPr>
          <p:spPr>
            <a:xfrm flipV="1">
              <a:off x="11449270" y="11402554"/>
              <a:ext cx="0" cy="357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F8224F29-3D85-F84A-8434-D17536EAF539}"/>
                </a:ext>
              </a:extLst>
            </p:cNvPr>
            <p:cNvCxnSpPr>
              <a:cxnSpLocks/>
              <a:endCxn id="122" idx="2"/>
            </p:cNvCxnSpPr>
            <p:nvPr/>
          </p:nvCxnSpPr>
          <p:spPr>
            <a:xfrm flipV="1">
              <a:off x="11449270" y="12479807"/>
              <a:ext cx="0" cy="35725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2DF4C9CC-E192-E342-893A-AC0668AEB07D}"/>
              </a:ext>
            </a:extLst>
          </p:cNvPr>
          <p:cNvSpPr/>
          <p:nvPr/>
        </p:nvSpPr>
        <p:spPr>
          <a:xfrm>
            <a:off x="18376554" y="9955463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Encoder Block 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F9B7230-8971-AD4B-918F-368C12C4FA16}"/>
              </a:ext>
            </a:extLst>
          </p:cNvPr>
          <p:cNvSpPr/>
          <p:nvPr/>
        </p:nvSpPr>
        <p:spPr>
          <a:xfrm>
            <a:off x="21622861" y="9954529"/>
            <a:ext cx="2160000" cy="72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Decoder Block 1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592C49D-1A7A-384B-9F93-84923CA338F9}"/>
              </a:ext>
            </a:extLst>
          </p:cNvPr>
          <p:cNvCxnSpPr>
            <a:cxnSpLocks/>
            <a:stCxn id="71" idx="3"/>
            <a:endCxn id="73" idx="1"/>
          </p:cNvCxnSpPr>
          <p:nvPr/>
        </p:nvCxnSpPr>
        <p:spPr>
          <a:xfrm flipV="1">
            <a:off x="20536561" y="10314529"/>
            <a:ext cx="1086307" cy="93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FA762B50-F972-1B40-AF2A-04899E7BE9D9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20542867" y="8155463"/>
            <a:ext cx="10799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F8C856C9-66BE-6E4F-B151-7AE47668C0AC}"/>
              </a:ext>
            </a:extLst>
          </p:cNvPr>
          <p:cNvCxnSpPr>
            <a:cxnSpLocks/>
            <a:stCxn id="8" idx="2"/>
            <a:endCxn id="71" idx="0"/>
          </p:cNvCxnSpPr>
          <p:nvPr/>
        </p:nvCxnSpPr>
        <p:spPr>
          <a:xfrm flipH="1">
            <a:off x="19456554" y="9596397"/>
            <a:ext cx="6308" cy="35906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EAC5B9D-36D8-2141-BDB5-799957E3F3DC}"/>
              </a:ext>
            </a:extLst>
          </p:cNvPr>
          <p:cNvCxnSpPr>
            <a:cxnSpLocks/>
            <a:stCxn id="73" idx="0"/>
            <a:endCxn id="9" idx="2"/>
          </p:cNvCxnSpPr>
          <p:nvPr/>
        </p:nvCxnSpPr>
        <p:spPr>
          <a:xfrm flipV="1">
            <a:off x="22702861" y="9595463"/>
            <a:ext cx="2" cy="35906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202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roup 366">
            <a:extLst>
              <a:ext uri="{FF2B5EF4-FFF2-40B4-BE49-F238E27FC236}">
                <a16:creationId xmlns:a16="http://schemas.microsoft.com/office/drawing/2014/main" id="{041B4F95-75C7-B142-99B9-175FC5E6F033}"/>
              </a:ext>
            </a:extLst>
          </p:cNvPr>
          <p:cNvGrpSpPr/>
          <p:nvPr/>
        </p:nvGrpSpPr>
        <p:grpSpPr>
          <a:xfrm>
            <a:off x="25957974" y="10623558"/>
            <a:ext cx="2156009" cy="720000"/>
            <a:chOff x="13262091" y="10488925"/>
            <a:chExt cx="2156009" cy="720000"/>
          </a:xfrm>
        </p:grpSpPr>
        <p:sp>
          <p:nvSpPr>
            <p:cNvPr id="365" name="Process 364">
              <a:extLst>
                <a:ext uri="{FF2B5EF4-FFF2-40B4-BE49-F238E27FC236}">
                  <a16:creationId xmlns:a16="http://schemas.microsoft.com/office/drawing/2014/main" id="{D9B167EA-5457-DB4F-95D9-1D73F2F747EC}"/>
                </a:ext>
              </a:extLst>
            </p:cNvPr>
            <p:cNvSpPr/>
            <p:nvPr/>
          </p:nvSpPr>
          <p:spPr>
            <a:xfrm>
              <a:off x="13262091" y="10488925"/>
              <a:ext cx="1080000" cy="720000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00"/>
            </a:p>
          </p:txBody>
        </p:sp>
        <p:sp>
          <p:nvSpPr>
            <p:cNvPr id="366" name="Process 365">
              <a:extLst>
                <a:ext uri="{FF2B5EF4-FFF2-40B4-BE49-F238E27FC236}">
                  <a16:creationId xmlns:a16="http://schemas.microsoft.com/office/drawing/2014/main" id="{F3691F21-1777-6E4A-B2B7-36CE0629EE7F}"/>
                </a:ext>
              </a:extLst>
            </p:cNvPr>
            <p:cNvSpPr/>
            <p:nvPr/>
          </p:nvSpPr>
          <p:spPr>
            <a:xfrm>
              <a:off x="14338100" y="10488925"/>
              <a:ext cx="1080000" cy="720000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00"/>
            </a:p>
          </p:txBody>
        </p:sp>
      </p:grpSp>
      <p:pic>
        <p:nvPicPr>
          <p:cNvPr id="59" name="Picture 58">
            <a:extLst>
              <a:ext uri="{FF2B5EF4-FFF2-40B4-BE49-F238E27FC236}">
                <a16:creationId xmlns:a16="http://schemas.microsoft.com/office/drawing/2014/main" id="{8A35B183-1CC8-FC45-9384-AAFB80906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3955" y="4511272"/>
            <a:ext cx="1694621" cy="203516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148E0D4E-B183-C344-B8B2-793BF7D11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31920" y="4804292"/>
            <a:ext cx="1318824" cy="1742151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72453F7-279A-D443-A624-99146ED233B6}"/>
              </a:ext>
            </a:extLst>
          </p:cNvPr>
          <p:cNvCxnSpPr>
            <a:cxnSpLocks/>
            <a:stCxn id="56" idx="2"/>
            <a:endCxn id="81" idx="0"/>
          </p:cNvCxnSpPr>
          <p:nvPr/>
        </p:nvCxnSpPr>
        <p:spPr>
          <a:xfrm flipH="1">
            <a:off x="17411261" y="8898367"/>
            <a:ext cx="2" cy="93564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1125020-8077-C84C-8121-C32B97E642A8}"/>
              </a:ext>
            </a:extLst>
          </p:cNvPr>
          <p:cNvSpPr/>
          <p:nvPr/>
        </p:nvSpPr>
        <p:spPr>
          <a:xfrm>
            <a:off x="16331263" y="8358367"/>
            <a:ext cx="2160000" cy="540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Encoder Block 1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1766328-0669-6B45-A9C6-DC35ED6336C2}"/>
              </a:ext>
            </a:extLst>
          </p:cNvPr>
          <p:cNvSpPr/>
          <p:nvPr/>
        </p:nvSpPr>
        <p:spPr>
          <a:xfrm>
            <a:off x="16331261" y="9834007"/>
            <a:ext cx="2160000" cy="540000"/>
          </a:xfrm>
          <a:prstGeom prst="rect">
            <a:avLst/>
          </a:prstGeom>
          <a:solidFill>
            <a:srgbClr val="FF2600">
              <a:alpha val="25000"/>
            </a:srgbClr>
          </a:solidFill>
          <a:ln w="25400">
            <a:solidFill>
              <a:srgbClr val="450D0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50D06"/>
                </a:solidFill>
              </a:rPr>
              <a:t>Downsamping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8800EF4-4CDE-3D4F-9A44-53D86932392A}"/>
              </a:ext>
            </a:extLst>
          </p:cNvPr>
          <p:cNvSpPr/>
          <p:nvPr/>
        </p:nvSpPr>
        <p:spPr>
          <a:xfrm>
            <a:off x="16331261" y="10429094"/>
            <a:ext cx="2160000" cy="540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Encoder Block 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03D4343-3EA1-874A-A400-0DED586A0CED}"/>
              </a:ext>
            </a:extLst>
          </p:cNvPr>
          <p:cNvSpPr/>
          <p:nvPr/>
        </p:nvSpPr>
        <p:spPr>
          <a:xfrm>
            <a:off x="16331254" y="11899298"/>
            <a:ext cx="2160000" cy="540000"/>
          </a:xfrm>
          <a:prstGeom prst="rect">
            <a:avLst/>
          </a:prstGeom>
          <a:solidFill>
            <a:srgbClr val="FF2600">
              <a:alpha val="25000"/>
            </a:srgbClr>
          </a:solidFill>
          <a:ln w="25400">
            <a:solidFill>
              <a:srgbClr val="450D0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50D06"/>
                </a:solidFill>
              </a:rPr>
              <a:t>Downsamping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4353BC-B173-FB4F-990A-7A1CBF58CE65}"/>
              </a:ext>
            </a:extLst>
          </p:cNvPr>
          <p:cNvSpPr/>
          <p:nvPr/>
        </p:nvSpPr>
        <p:spPr>
          <a:xfrm>
            <a:off x="16331254" y="12493553"/>
            <a:ext cx="2160000" cy="540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Encoder Block 3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ABD64F4-7E11-334D-AFB7-81532F32F733}"/>
              </a:ext>
            </a:extLst>
          </p:cNvPr>
          <p:cNvCxnSpPr>
            <a:cxnSpLocks/>
            <a:stCxn id="82" idx="2"/>
            <a:endCxn id="88" idx="0"/>
          </p:cNvCxnSpPr>
          <p:nvPr/>
        </p:nvCxnSpPr>
        <p:spPr>
          <a:xfrm flipH="1">
            <a:off x="17411261" y="10969094"/>
            <a:ext cx="7" cy="93020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B25B8315-D4C1-0749-BF87-617E7541A62A}"/>
              </a:ext>
            </a:extLst>
          </p:cNvPr>
          <p:cNvSpPr/>
          <p:nvPr/>
        </p:nvSpPr>
        <p:spPr>
          <a:xfrm>
            <a:off x="16331262" y="13949083"/>
            <a:ext cx="2160000" cy="540000"/>
          </a:xfrm>
          <a:prstGeom prst="rect">
            <a:avLst/>
          </a:prstGeom>
          <a:solidFill>
            <a:srgbClr val="FF2600">
              <a:alpha val="25000"/>
            </a:srgbClr>
          </a:solidFill>
          <a:ln w="25400">
            <a:solidFill>
              <a:srgbClr val="450D0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50D06"/>
                </a:solidFill>
              </a:rPr>
              <a:t>Downsamping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2F664EE-E20C-6942-A862-95AEA13A409E}"/>
              </a:ext>
            </a:extLst>
          </p:cNvPr>
          <p:cNvSpPr/>
          <p:nvPr/>
        </p:nvSpPr>
        <p:spPr>
          <a:xfrm>
            <a:off x="16331262" y="14544170"/>
            <a:ext cx="2160000" cy="540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Encoder Block 4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54E83D0-4542-4D4E-BEF2-8F8DDCFAEF4C}"/>
              </a:ext>
            </a:extLst>
          </p:cNvPr>
          <p:cNvCxnSpPr>
            <a:cxnSpLocks/>
            <a:stCxn id="90" idx="2"/>
          </p:cNvCxnSpPr>
          <p:nvPr/>
        </p:nvCxnSpPr>
        <p:spPr>
          <a:xfrm flipH="1">
            <a:off x="17411260" y="13033560"/>
            <a:ext cx="1" cy="92245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8493E34-5FE0-524E-BA00-F7BBE88025F7}"/>
              </a:ext>
            </a:extLst>
          </p:cNvPr>
          <p:cNvSpPr/>
          <p:nvPr/>
        </p:nvSpPr>
        <p:spPr>
          <a:xfrm>
            <a:off x="16331263" y="6890324"/>
            <a:ext cx="2160000" cy="540000"/>
          </a:xfrm>
          <a:prstGeom prst="rect">
            <a:avLst/>
          </a:prstGeom>
          <a:solidFill>
            <a:srgbClr val="945200">
              <a:alpha val="25000"/>
            </a:srgbClr>
          </a:solidFill>
          <a:ln w="25400">
            <a:solidFill>
              <a:srgbClr val="422405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22405"/>
                </a:solidFill>
              </a:rPr>
              <a:t>Stem Block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A1CA71C-DF86-6748-8BA3-98E1C4A50902}"/>
              </a:ext>
            </a:extLst>
          </p:cNvPr>
          <p:cNvCxnSpPr>
            <a:cxnSpLocks/>
            <a:stCxn id="59" idx="2"/>
            <a:endCxn id="101" idx="0"/>
          </p:cNvCxnSpPr>
          <p:nvPr/>
        </p:nvCxnSpPr>
        <p:spPr>
          <a:xfrm>
            <a:off x="17411263" y="6546440"/>
            <a:ext cx="0" cy="34388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4F5E91E-5F5F-CB4C-8CBE-09FFB09C3396}"/>
              </a:ext>
            </a:extLst>
          </p:cNvPr>
          <p:cNvSpPr/>
          <p:nvPr/>
        </p:nvSpPr>
        <p:spPr>
          <a:xfrm>
            <a:off x="18893590" y="15999700"/>
            <a:ext cx="2160000" cy="540000"/>
          </a:xfrm>
          <a:prstGeom prst="rect">
            <a:avLst/>
          </a:prstGeom>
          <a:solidFill>
            <a:srgbClr val="FF2600">
              <a:alpha val="25000"/>
            </a:srgbClr>
          </a:solidFill>
          <a:ln w="25400">
            <a:solidFill>
              <a:srgbClr val="450D0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50D06"/>
                </a:solidFill>
              </a:rPr>
              <a:t>Downsamping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3D90451-98D5-174C-863A-3C51C474B525}"/>
              </a:ext>
            </a:extLst>
          </p:cNvPr>
          <p:cNvSpPr/>
          <p:nvPr/>
        </p:nvSpPr>
        <p:spPr>
          <a:xfrm>
            <a:off x="18893590" y="16594787"/>
            <a:ext cx="2160000" cy="540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Bridge Block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A0546996-38D7-1B4F-8917-EF7CD85FC5FE}"/>
              </a:ext>
            </a:extLst>
          </p:cNvPr>
          <p:cNvCxnSpPr>
            <a:cxnSpLocks/>
            <a:stCxn id="101" idx="2"/>
            <a:endCxn id="56" idx="0"/>
          </p:cNvCxnSpPr>
          <p:nvPr/>
        </p:nvCxnSpPr>
        <p:spPr>
          <a:xfrm>
            <a:off x="17411263" y="7430327"/>
            <a:ext cx="0" cy="92804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Rectangle 227">
            <a:extLst>
              <a:ext uri="{FF2B5EF4-FFF2-40B4-BE49-F238E27FC236}">
                <a16:creationId xmlns:a16="http://schemas.microsoft.com/office/drawing/2014/main" id="{F6A43F4E-9243-9743-8980-1CC573BCBDAE}"/>
              </a:ext>
            </a:extLst>
          </p:cNvPr>
          <p:cNvSpPr/>
          <p:nvPr/>
        </p:nvSpPr>
        <p:spPr>
          <a:xfrm>
            <a:off x="21408496" y="14548881"/>
            <a:ext cx="2160000" cy="540000"/>
          </a:xfrm>
          <a:prstGeom prst="rect">
            <a:avLst/>
          </a:prstGeom>
          <a:solidFill>
            <a:srgbClr val="000000">
              <a:alpha val="15000"/>
            </a:srgbClr>
          </a:solidFill>
          <a:ln w="254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tx1"/>
                </a:solidFill>
              </a:rPr>
              <a:t>Concatenate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2DF7791E-09A9-8743-972D-39FDC23C9210}"/>
              </a:ext>
            </a:extLst>
          </p:cNvPr>
          <p:cNvSpPr/>
          <p:nvPr/>
        </p:nvSpPr>
        <p:spPr>
          <a:xfrm>
            <a:off x="21408496" y="15143968"/>
            <a:ext cx="2160000" cy="540000"/>
          </a:xfrm>
          <a:prstGeom prst="rect">
            <a:avLst/>
          </a:prstGeom>
          <a:solidFill>
            <a:srgbClr val="009193">
              <a:alpha val="25000"/>
            </a:srgbClr>
          </a:solidFill>
          <a:ln w="25400">
            <a:solidFill>
              <a:srgbClr val="083637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83637"/>
                </a:solidFill>
              </a:rPr>
              <a:t>Upsampling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D9A1F798-48A7-7148-AC74-179DF2B90D85}"/>
              </a:ext>
            </a:extLst>
          </p:cNvPr>
          <p:cNvSpPr/>
          <p:nvPr/>
        </p:nvSpPr>
        <p:spPr>
          <a:xfrm>
            <a:off x="21408496" y="13953794"/>
            <a:ext cx="2160000" cy="540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Decoder Block 1</a:t>
            </a:r>
          </a:p>
        </p:txBody>
      </p: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828D97EF-39D1-3348-9AC4-D5167DDFB09A}"/>
              </a:ext>
            </a:extLst>
          </p:cNvPr>
          <p:cNvCxnSpPr>
            <a:cxnSpLocks/>
            <a:stCxn id="230" idx="0"/>
            <a:endCxn id="236" idx="2"/>
          </p:cNvCxnSpPr>
          <p:nvPr/>
        </p:nvCxnSpPr>
        <p:spPr>
          <a:xfrm flipV="1">
            <a:off x="22488496" y="13625082"/>
            <a:ext cx="0" cy="32871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21C3BF87-99A1-7449-A454-B89183745593}"/>
              </a:ext>
            </a:extLst>
          </p:cNvPr>
          <p:cNvSpPr/>
          <p:nvPr/>
        </p:nvSpPr>
        <p:spPr>
          <a:xfrm>
            <a:off x="21408496" y="6884609"/>
            <a:ext cx="2160000" cy="540000"/>
          </a:xfrm>
          <a:prstGeom prst="rect">
            <a:avLst/>
          </a:prstGeom>
          <a:solidFill>
            <a:srgbClr val="941100">
              <a:alpha val="20000"/>
            </a:srgbClr>
          </a:solidFill>
          <a:ln w="25400">
            <a:solidFill>
              <a:srgbClr val="480A0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80A04"/>
                </a:solidFill>
              </a:rPr>
              <a:t>Head Block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AF25D999-DC97-0D4E-914E-27FBDEFB63A0}"/>
              </a:ext>
            </a:extLst>
          </p:cNvPr>
          <p:cNvCxnSpPr>
            <a:cxnSpLocks/>
            <a:stCxn id="245" idx="0"/>
            <a:endCxn id="232" idx="2"/>
          </p:cNvCxnSpPr>
          <p:nvPr/>
        </p:nvCxnSpPr>
        <p:spPr>
          <a:xfrm flipV="1">
            <a:off x="22488496" y="7424612"/>
            <a:ext cx="0" cy="34410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tangle 234">
            <a:extLst>
              <a:ext uri="{FF2B5EF4-FFF2-40B4-BE49-F238E27FC236}">
                <a16:creationId xmlns:a16="http://schemas.microsoft.com/office/drawing/2014/main" id="{68A9AAF7-A057-0A49-AD81-F00C39AE0974}"/>
              </a:ext>
            </a:extLst>
          </p:cNvPr>
          <p:cNvSpPr/>
          <p:nvPr/>
        </p:nvSpPr>
        <p:spPr>
          <a:xfrm>
            <a:off x="21408496" y="12489995"/>
            <a:ext cx="2160000" cy="540000"/>
          </a:xfrm>
          <a:prstGeom prst="rect">
            <a:avLst/>
          </a:prstGeom>
          <a:solidFill>
            <a:srgbClr val="000000">
              <a:alpha val="15000"/>
            </a:srgbClr>
          </a:solidFill>
          <a:ln w="254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tx1"/>
                </a:solidFill>
              </a:rPr>
              <a:t>Concatenate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36884871-7BDF-9342-A8E5-41853DAA4704}"/>
              </a:ext>
            </a:extLst>
          </p:cNvPr>
          <p:cNvSpPr/>
          <p:nvPr/>
        </p:nvSpPr>
        <p:spPr>
          <a:xfrm>
            <a:off x="21408496" y="13085082"/>
            <a:ext cx="2160000" cy="540000"/>
          </a:xfrm>
          <a:prstGeom prst="rect">
            <a:avLst/>
          </a:prstGeom>
          <a:solidFill>
            <a:srgbClr val="009193">
              <a:alpha val="25000"/>
            </a:srgbClr>
          </a:solidFill>
          <a:ln w="25400">
            <a:solidFill>
              <a:srgbClr val="083637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83637"/>
                </a:solidFill>
              </a:rPr>
              <a:t>Upsampling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F78D9433-ED22-8145-B71C-2F2EF7EFA6BD}"/>
              </a:ext>
            </a:extLst>
          </p:cNvPr>
          <p:cNvSpPr/>
          <p:nvPr/>
        </p:nvSpPr>
        <p:spPr>
          <a:xfrm>
            <a:off x="21408496" y="11894908"/>
            <a:ext cx="2160000" cy="540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Decoder Block 2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52F16BEA-C946-9046-8496-FA71AD5CB837}"/>
              </a:ext>
            </a:extLst>
          </p:cNvPr>
          <p:cNvSpPr/>
          <p:nvPr/>
        </p:nvSpPr>
        <p:spPr>
          <a:xfrm>
            <a:off x="21408496" y="10429094"/>
            <a:ext cx="2160000" cy="540000"/>
          </a:xfrm>
          <a:prstGeom prst="rect">
            <a:avLst/>
          </a:prstGeom>
          <a:solidFill>
            <a:srgbClr val="000000">
              <a:alpha val="15000"/>
            </a:srgbClr>
          </a:solidFill>
          <a:ln w="254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tx1"/>
                </a:solidFill>
              </a:rPr>
              <a:t>Concatenate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D90A210D-832A-CC45-8EF8-1A47F9249F89}"/>
              </a:ext>
            </a:extLst>
          </p:cNvPr>
          <p:cNvSpPr/>
          <p:nvPr/>
        </p:nvSpPr>
        <p:spPr>
          <a:xfrm>
            <a:off x="21408496" y="11024181"/>
            <a:ext cx="2160000" cy="540000"/>
          </a:xfrm>
          <a:prstGeom prst="rect">
            <a:avLst/>
          </a:prstGeom>
          <a:solidFill>
            <a:srgbClr val="009193">
              <a:alpha val="25000"/>
            </a:srgbClr>
          </a:solidFill>
          <a:ln w="25400">
            <a:solidFill>
              <a:srgbClr val="083637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83637"/>
                </a:solidFill>
              </a:rPr>
              <a:t>Upsampling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3AB96890-53CE-F141-A470-D61DA67A9B1F}"/>
              </a:ext>
            </a:extLst>
          </p:cNvPr>
          <p:cNvSpPr/>
          <p:nvPr/>
        </p:nvSpPr>
        <p:spPr>
          <a:xfrm>
            <a:off x="21408496" y="9834007"/>
            <a:ext cx="2160000" cy="540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Decoder Block 3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D0D89829-3370-8747-83C7-2E4CD45352E6}"/>
              </a:ext>
            </a:extLst>
          </p:cNvPr>
          <p:cNvSpPr/>
          <p:nvPr/>
        </p:nvSpPr>
        <p:spPr>
          <a:xfrm>
            <a:off x="21408496" y="8363803"/>
            <a:ext cx="2160000" cy="540000"/>
          </a:xfrm>
          <a:prstGeom prst="rect">
            <a:avLst/>
          </a:prstGeom>
          <a:solidFill>
            <a:srgbClr val="000000">
              <a:alpha val="15000"/>
            </a:srgbClr>
          </a:solidFill>
          <a:ln w="254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tx1"/>
                </a:solidFill>
              </a:rPr>
              <a:t>Concatenate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0167CCE-7242-F64F-BAAC-5951EB16A516}"/>
              </a:ext>
            </a:extLst>
          </p:cNvPr>
          <p:cNvSpPr/>
          <p:nvPr/>
        </p:nvSpPr>
        <p:spPr>
          <a:xfrm>
            <a:off x="21408496" y="8958890"/>
            <a:ext cx="2160000" cy="540000"/>
          </a:xfrm>
          <a:prstGeom prst="rect">
            <a:avLst/>
          </a:prstGeom>
          <a:solidFill>
            <a:srgbClr val="009193">
              <a:alpha val="25000"/>
            </a:srgbClr>
          </a:solidFill>
          <a:ln w="25400">
            <a:solidFill>
              <a:srgbClr val="083637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83637"/>
                </a:solidFill>
              </a:rPr>
              <a:t>Upsampling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C4830E07-10D3-EC47-8961-9ADD59B9734D}"/>
              </a:ext>
            </a:extLst>
          </p:cNvPr>
          <p:cNvSpPr/>
          <p:nvPr/>
        </p:nvSpPr>
        <p:spPr>
          <a:xfrm>
            <a:off x="21408496" y="7768716"/>
            <a:ext cx="2160000" cy="540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Decoder Block 4</a:t>
            </a:r>
          </a:p>
        </p:txBody>
      </p: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EDE9997F-098A-ED4F-9E3A-4B9C6EEC72D2}"/>
              </a:ext>
            </a:extLst>
          </p:cNvPr>
          <p:cNvCxnSpPr>
            <a:cxnSpLocks/>
            <a:stCxn id="237" idx="0"/>
            <a:endCxn id="240" idx="2"/>
          </p:cNvCxnSpPr>
          <p:nvPr/>
        </p:nvCxnSpPr>
        <p:spPr>
          <a:xfrm flipV="1">
            <a:off x="22488496" y="11564188"/>
            <a:ext cx="0" cy="33072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904722E0-1198-3B41-9278-A99B0FB3AC9C}"/>
              </a:ext>
            </a:extLst>
          </p:cNvPr>
          <p:cNvCxnSpPr>
            <a:cxnSpLocks/>
            <a:stCxn id="241" idx="0"/>
            <a:endCxn id="244" idx="2"/>
          </p:cNvCxnSpPr>
          <p:nvPr/>
        </p:nvCxnSpPr>
        <p:spPr>
          <a:xfrm flipV="1">
            <a:off x="22488496" y="9498897"/>
            <a:ext cx="0" cy="33511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8059C96F-2DF5-D14A-8F83-0B37C05C0EA0}"/>
              </a:ext>
            </a:extLst>
          </p:cNvPr>
          <p:cNvCxnSpPr>
            <a:cxnSpLocks/>
            <a:stCxn id="232" idx="0"/>
            <a:endCxn id="61" idx="2"/>
          </p:cNvCxnSpPr>
          <p:nvPr/>
        </p:nvCxnSpPr>
        <p:spPr>
          <a:xfrm flipV="1">
            <a:off x="22488496" y="6546443"/>
            <a:ext cx="2836" cy="33816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Elbow Connector 301">
            <a:extLst>
              <a:ext uri="{FF2B5EF4-FFF2-40B4-BE49-F238E27FC236}">
                <a16:creationId xmlns:a16="http://schemas.microsoft.com/office/drawing/2014/main" id="{B5C3A1F1-2224-CB47-BE05-374F799C7FB8}"/>
              </a:ext>
            </a:extLst>
          </p:cNvPr>
          <p:cNvCxnSpPr>
            <a:cxnSpLocks/>
            <a:stCxn id="109" idx="3"/>
            <a:endCxn id="229" idx="2"/>
          </p:cNvCxnSpPr>
          <p:nvPr/>
        </p:nvCxnSpPr>
        <p:spPr>
          <a:xfrm flipV="1">
            <a:off x="21053590" y="15683975"/>
            <a:ext cx="1434906" cy="1180819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Elbow Connector 314">
            <a:extLst>
              <a:ext uri="{FF2B5EF4-FFF2-40B4-BE49-F238E27FC236}">
                <a16:creationId xmlns:a16="http://schemas.microsoft.com/office/drawing/2014/main" id="{05E1A46D-A501-634D-BB30-0F495C8D20A0}"/>
              </a:ext>
            </a:extLst>
          </p:cNvPr>
          <p:cNvCxnSpPr>
            <a:cxnSpLocks/>
            <a:stCxn id="95" idx="2"/>
            <a:endCxn id="108" idx="1"/>
          </p:cNvCxnSpPr>
          <p:nvPr/>
        </p:nvCxnSpPr>
        <p:spPr>
          <a:xfrm rot="16200000" flipH="1">
            <a:off x="17559661" y="14935771"/>
            <a:ext cx="1185530" cy="1482328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Process 318">
            <a:extLst>
              <a:ext uri="{FF2B5EF4-FFF2-40B4-BE49-F238E27FC236}">
                <a16:creationId xmlns:a16="http://schemas.microsoft.com/office/drawing/2014/main" id="{FD784B6D-3470-794F-AA4F-2500D2087176}"/>
              </a:ext>
            </a:extLst>
          </p:cNvPr>
          <p:cNvSpPr/>
          <p:nvPr/>
        </p:nvSpPr>
        <p:spPr>
          <a:xfrm>
            <a:off x="25956035" y="8107259"/>
            <a:ext cx="2160000" cy="540000"/>
          </a:xfrm>
          <a:prstGeom prst="flowChartProcess">
            <a:avLst/>
          </a:prstGeom>
          <a:solidFill>
            <a:srgbClr val="00FDFF">
              <a:alpha val="30000"/>
            </a:srgbClr>
          </a:solidFill>
          <a:ln w="25400">
            <a:solidFill>
              <a:srgbClr val="0C3E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C3E3E"/>
                </a:solidFill>
              </a:rPr>
              <a:t>MLP</a:t>
            </a:r>
          </a:p>
        </p:txBody>
      </p:sp>
      <p:sp>
        <p:nvSpPr>
          <p:cNvPr id="320" name="Process 319">
            <a:extLst>
              <a:ext uri="{FF2B5EF4-FFF2-40B4-BE49-F238E27FC236}">
                <a16:creationId xmlns:a16="http://schemas.microsoft.com/office/drawing/2014/main" id="{D684CA01-560D-6A4A-A775-5DE1FD7656C8}"/>
              </a:ext>
            </a:extLst>
          </p:cNvPr>
          <p:cNvSpPr/>
          <p:nvPr/>
        </p:nvSpPr>
        <p:spPr>
          <a:xfrm>
            <a:off x="25953968" y="10646266"/>
            <a:ext cx="2160000" cy="720000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rgbClr val="253A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253A18"/>
                </a:solidFill>
              </a:rPr>
              <a:t>Multi-Head Attention</a:t>
            </a:r>
          </a:p>
        </p:txBody>
      </p:sp>
      <p:sp>
        <p:nvSpPr>
          <p:cNvPr id="321" name="Process 320">
            <a:extLst>
              <a:ext uri="{FF2B5EF4-FFF2-40B4-BE49-F238E27FC236}">
                <a16:creationId xmlns:a16="http://schemas.microsoft.com/office/drawing/2014/main" id="{200B1B0F-D8CC-E945-8768-4B8C2F739B81}"/>
              </a:ext>
            </a:extLst>
          </p:cNvPr>
          <p:cNvSpPr/>
          <p:nvPr/>
        </p:nvSpPr>
        <p:spPr>
          <a:xfrm>
            <a:off x="25956040" y="8975428"/>
            <a:ext cx="2160000" cy="54000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403A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03A27"/>
                </a:solidFill>
              </a:rPr>
              <a:t>Norm</a:t>
            </a:r>
          </a:p>
        </p:txBody>
      </p:sp>
      <p:sp>
        <p:nvSpPr>
          <p:cNvPr id="322" name="Or 321">
            <a:extLst>
              <a:ext uri="{FF2B5EF4-FFF2-40B4-BE49-F238E27FC236}">
                <a16:creationId xmlns:a16="http://schemas.microsoft.com/office/drawing/2014/main" id="{836760C7-A361-204E-A8BA-F98947F05519}"/>
              </a:ext>
            </a:extLst>
          </p:cNvPr>
          <p:cNvSpPr>
            <a:spLocks noChangeAspect="1"/>
          </p:cNvSpPr>
          <p:nvPr/>
        </p:nvSpPr>
        <p:spPr>
          <a:xfrm>
            <a:off x="26853968" y="9993084"/>
            <a:ext cx="360000" cy="360000"/>
          </a:xfrm>
          <a:prstGeom prst="flowChar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200"/>
          </a:p>
        </p:txBody>
      </p: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19F277C6-BE13-EB4D-AFDB-C04CAB238327}"/>
              </a:ext>
            </a:extLst>
          </p:cNvPr>
          <p:cNvCxnSpPr>
            <a:cxnSpLocks/>
            <a:stCxn id="321" idx="0"/>
            <a:endCxn id="319" idx="2"/>
          </p:cNvCxnSpPr>
          <p:nvPr/>
        </p:nvCxnSpPr>
        <p:spPr>
          <a:xfrm flipH="1" flipV="1">
            <a:off x="27036040" y="8647264"/>
            <a:ext cx="5" cy="32816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Straight Arrow Connector 323">
            <a:extLst>
              <a:ext uri="{FF2B5EF4-FFF2-40B4-BE49-F238E27FC236}">
                <a16:creationId xmlns:a16="http://schemas.microsoft.com/office/drawing/2014/main" id="{1EE64A41-5C32-4E48-96E6-188DFC7E8446}"/>
              </a:ext>
            </a:extLst>
          </p:cNvPr>
          <p:cNvCxnSpPr>
            <a:cxnSpLocks/>
            <a:stCxn id="322" idx="0"/>
            <a:endCxn id="321" idx="2"/>
          </p:cNvCxnSpPr>
          <p:nvPr/>
        </p:nvCxnSpPr>
        <p:spPr>
          <a:xfrm flipV="1">
            <a:off x="27033968" y="9515428"/>
            <a:ext cx="2072" cy="477656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Process 324">
            <a:extLst>
              <a:ext uri="{FF2B5EF4-FFF2-40B4-BE49-F238E27FC236}">
                <a16:creationId xmlns:a16="http://schemas.microsoft.com/office/drawing/2014/main" id="{0B315ED9-FDFD-A04B-987D-93C9877D97D1}"/>
              </a:ext>
            </a:extLst>
          </p:cNvPr>
          <p:cNvSpPr/>
          <p:nvPr/>
        </p:nvSpPr>
        <p:spPr>
          <a:xfrm>
            <a:off x="25953968" y="11841931"/>
            <a:ext cx="2160000" cy="54000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403A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03A27"/>
                </a:solidFill>
              </a:rPr>
              <a:t>Norm</a:t>
            </a:r>
          </a:p>
        </p:txBody>
      </p: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98DBBEDF-E24A-764B-9656-EEB8F6A6EC59}"/>
              </a:ext>
            </a:extLst>
          </p:cNvPr>
          <p:cNvCxnSpPr>
            <a:cxnSpLocks/>
            <a:stCxn id="325" idx="0"/>
            <a:endCxn id="320" idx="2"/>
          </p:cNvCxnSpPr>
          <p:nvPr/>
        </p:nvCxnSpPr>
        <p:spPr>
          <a:xfrm flipV="1">
            <a:off x="27033968" y="11366273"/>
            <a:ext cx="0" cy="475665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3D3805C2-6B57-0944-BED1-216BB19A3CF3}"/>
              </a:ext>
            </a:extLst>
          </p:cNvPr>
          <p:cNvCxnSpPr>
            <a:cxnSpLocks/>
            <a:stCxn id="320" idx="0"/>
            <a:endCxn id="322" idx="4"/>
          </p:cNvCxnSpPr>
          <p:nvPr/>
        </p:nvCxnSpPr>
        <p:spPr>
          <a:xfrm flipV="1">
            <a:off x="27033968" y="10353084"/>
            <a:ext cx="0" cy="293182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0E29B844-0B75-7043-8F42-EC00537E0C90}"/>
              </a:ext>
            </a:extLst>
          </p:cNvPr>
          <p:cNvCxnSpPr>
            <a:cxnSpLocks/>
            <a:endCxn id="325" idx="2"/>
          </p:cNvCxnSpPr>
          <p:nvPr/>
        </p:nvCxnSpPr>
        <p:spPr>
          <a:xfrm flipV="1">
            <a:off x="27033968" y="12381931"/>
            <a:ext cx="0" cy="509906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9EDA2069-FD75-FD4B-B280-DC2B04ED5075}"/>
              </a:ext>
            </a:extLst>
          </p:cNvPr>
          <p:cNvCxnSpPr>
            <a:cxnSpLocks/>
            <a:stCxn id="319" idx="0"/>
            <a:endCxn id="331" idx="4"/>
          </p:cNvCxnSpPr>
          <p:nvPr/>
        </p:nvCxnSpPr>
        <p:spPr>
          <a:xfrm flipH="1" flipV="1">
            <a:off x="27033973" y="7832729"/>
            <a:ext cx="2067" cy="274535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Elbow Connector 329">
            <a:extLst>
              <a:ext uri="{FF2B5EF4-FFF2-40B4-BE49-F238E27FC236}">
                <a16:creationId xmlns:a16="http://schemas.microsoft.com/office/drawing/2014/main" id="{3CD3D659-BDA7-154E-830A-50CBCBD8EB47}"/>
              </a:ext>
            </a:extLst>
          </p:cNvPr>
          <p:cNvCxnSpPr>
            <a:cxnSpLocks/>
            <a:stCxn id="322" idx="0"/>
            <a:endCxn id="331" idx="2"/>
          </p:cNvCxnSpPr>
          <p:nvPr/>
        </p:nvCxnSpPr>
        <p:spPr>
          <a:xfrm rot="16200000" flipV="1">
            <a:off x="25773788" y="8732904"/>
            <a:ext cx="2340360" cy="180000"/>
          </a:xfrm>
          <a:prstGeom prst="bentConnector4">
            <a:avLst>
              <a:gd name="adj1" fmla="val 7083"/>
              <a:gd name="adj2" fmla="val 79596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1" name="Or 330">
            <a:extLst>
              <a:ext uri="{FF2B5EF4-FFF2-40B4-BE49-F238E27FC236}">
                <a16:creationId xmlns:a16="http://schemas.microsoft.com/office/drawing/2014/main" id="{41D059A0-5827-0B4B-BE9A-1987DE3ECCD3}"/>
              </a:ext>
            </a:extLst>
          </p:cNvPr>
          <p:cNvSpPr>
            <a:spLocks noChangeAspect="1"/>
          </p:cNvSpPr>
          <p:nvPr/>
        </p:nvSpPr>
        <p:spPr>
          <a:xfrm>
            <a:off x="26853968" y="7472724"/>
            <a:ext cx="360000" cy="360000"/>
          </a:xfrm>
          <a:prstGeom prst="flowChar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200"/>
          </a:p>
        </p:txBody>
      </p:sp>
      <p:cxnSp>
        <p:nvCxnSpPr>
          <p:cNvPr id="332" name="Elbow Connector 331">
            <a:extLst>
              <a:ext uri="{FF2B5EF4-FFF2-40B4-BE49-F238E27FC236}">
                <a16:creationId xmlns:a16="http://schemas.microsoft.com/office/drawing/2014/main" id="{3B3B12BF-5DFA-C246-9929-B21EE383D76B}"/>
              </a:ext>
            </a:extLst>
          </p:cNvPr>
          <p:cNvCxnSpPr>
            <a:cxnSpLocks/>
            <a:endCxn id="322" idx="2"/>
          </p:cNvCxnSpPr>
          <p:nvPr/>
        </p:nvCxnSpPr>
        <p:spPr>
          <a:xfrm rot="16200000" flipV="1">
            <a:off x="25741340" y="11285712"/>
            <a:ext cx="2405256" cy="180000"/>
          </a:xfrm>
          <a:prstGeom prst="bentConnector4">
            <a:avLst>
              <a:gd name="adj1" fmla="val -3924"/>
              <a:gd name="adj2" fmla="val 79596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Straight Arrow Connector 332">
            <a:extLst>
              <a:ext uri="{FF2B5EF4-FFF2-40B4-BE49-F238E27FC236}">
                <a16:creationId xmlns:a16="http://schemas.microsoft.com/office/drawing/2014/main" id="{E578DCDF-13EE-7C4A-AC73-17F8D95ABDF1}"/>
              </a:ext>
            </a:extLst>
          </p:cNvPr>
          <p:cNvCxnSpPr>
            <a:cxnSpLocks/>
            <a:stCxn id="331" idx="0"/>
          </p:cNvCxnSpPr>
          <p:nvPr/>
        </p:nvCxnSpPr>
        <p:spPr>
          <a:xfrm flipV="1">
            <a:off x="27033968" y="7112724"/>
            <a:ext cx="0" cy="36000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Process 188">
            <a:extLst>
              <a:ext uri="{FF2B5EF4-FFF2-40B4-BE49-F238E27FC236}">
                <a16:creationId xmlns:a16="http://schemas.microsoft.com/office/drawing/2014/main" id="{22B5210B-83E6-9147-AACF-6F6A2D1F6F21}"/>
              </a:ext>
            </a:extLst>
          </p:cNvPr>
          <p:cNvSpPr/>
          <p:nvPr/>
        </p:nvSpPr>
        <p:spPr>
          <a:xfrm>
            <a:off x="25035832" y="6854922"/>
            <a:ext cx="3608343" cy="6340093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6 w 10000"/>
              <a:gd name="connsiteY1" fmla="*/ 9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126"/>
              <a:gd name="connsiteX1" fmla="*/ 36 w 10000"/>
              <a:gd name="connsiteY1" fmla="*/ 225 h 10126"/>
              <a:gd name="connsiteX2" fmla="*/ 10000 w 10000"/>
              <a:gd name="connsiteY2" fmla="*/ 126 h 10126"/>
              <a:gd name="connsiteX3" fmla="*/ 10000 w 10000"/>
              <a:gd name="connsiteY3" fmla="*/ 10126 h 10126"/>
              <a:gd name="connsiteX4" fmla="*/ 0 w 10000"/>
              <a:gd name="connsiteY4" fmla="*/ 10126 h 10126"/>
              <a:gd name="connsiteX5" fmla="*/ 0 w 10000"/>
              <a:gd name="connsiteY5" fmla="*/ 0 h 10126"/>
              <a:gd name="connsiteX0" fmla="*/ 0 w 11693"/>
              <a:gd name="connsiteY0" fmla="*/ 2619 h 10000"/>
              <a:gd name="connsiteX1" fmla="*/ 1729 w 11693"/>
              <a:gd name="connsiteY1" fmla="*/ 99 h 10000"/>
              <a:gd name="connsiteX2" fmla="*/ 11693 w 11693"/>
              <a:gd name="connsiteY2" fmla="*/ 0 h 10000"/>
              <a:gd name="connsiteX3" fmla="*/ 11693 w 11693"/>
              <a:gd name="connsiteY3" fmla="*/ 10000 h 10000"/>
              <a:gd name="connsiteX4" fmla="*/ 1693 w 11693"/>
              <a:gd name="connsiteY4" fmla="*/ 10000 h 10000"/>
              <a:gd name="connsiteX5" fmla="*/ 0 w 11693"/>
              <a:gd name="connsiteY5" fmla="*/ 2619 h 10000"/>
              <a:gd name="connsiteX0" fmla="*/ 0 w 11693"/>
              <a:gd name="connsiteY0" fmla="*/ 2646 h 10027"/>
              <a:gd name="connsiteX1" fmla="*/ 1669 w 11693"/>
              <a:gd name="connsiteY1" fmla="*/ 0 h 10027"/>
              <a:gd name="connsiteX2" fmla="*/ 11693 w 11693"/>
              <a:gd name="connsiteY2" fmla="*/ 27 h 10027"/>
              <a:gd name="connsiteX3" fmla="*/ 11693 w 11693"/>
              <a:gd name="connsiteY3" fmla="*/ 10027 h 10027"/>
              <a:gd name="connsiteX4" fmla="*/ 1693 w 11693"/>
              <a:gd name="connsiteY4" fmla="*/ 10027 h 10027"/>
              <a:gd name="connsiteX5" fmla="*/ 0 w 11693"/>
              <a:gd name="connsiteY5" fmla="*/ 2646 h 10027"/>
              <a:gd name="connsiteX0" fmla="*/ 24 w 10024"/>
              <a:gd name="connsiteY0" fmla="*/ 2330 h 10027"/>
              <a:gd name="connsiteX1" fmla="*/ 0 w 10024"/>
              <a:gd name="connsiteY1" fmla="*/ 0 h 10027"/>
              <a:gd name="connsiteX2" fmla="*/ 10024 w 10024"/>
              <a:gd name="connsiteY2" fmla="*/ 27 h 10027"/>
              <a:gd name="connsiteX3" fmla="*/ 10024 w 10024"/>
              <a:gd name="connsiteY3" fmla="*/ 10027 h 10027"/>
              <a:gd name="connsiteX4" fmla="*/ 24 w 10024"/>
              <a:gd name="connsiteY4" fmla="*/ 10027 h 10027"/>
              <a:gd name="connsiteX5" fmla="*/ 24 w 10024"/>
              <a:gd name="connsiteY5" fmla="*/ 2330 h 10027"/>
              <a:gd name="connsiteX0" fmla="*/ 1 w 10001"/>
              <a:gd name="connsiteY0" fmla="*/ 2303 h 10000"/>
              <a:gd name="connsiteX1" fmla="*/ 37 w 10001"/>
              <a:gd name="connsiteY1" fmla="*/ 99 h 10000"/>
              <a:gd name="connsiteX2" fmla="*/ 10001 w 10001"/>
              <a:gd name="connsiteY2" fmla="*/ 0 h 10000"/>
              <a:gd name="connsiteX3" fmla="*/ 10001 w 10001"/>
              <a:gd name="connsiteY3" fmla="*/ 10000 h 10000"/>
              <a:gd name="connsiteX4" fmla="*/ 1 w 10001"/>
              <a:gd name="connsiteY4" fmla="*/ 10000 h 10000"/>
              <a:gd name="connsiteX5" fmla="*/ 1 w 10001"/>
              <a:gd name="connsiteY5" fmla="*/ 2303 h 10000"/>
              <a:gd name="connsiteX0" fmla="*/ 1 w 10001"/>
              <a:gd name="connsiteY0" fmla="*/ 2303 h 10000"/>
              <a:gd name="connsiteX1" fmla="*/ 37 w 10001"/>
              <a:gd name="connsiteY1" fmla="*/ 36 h 10000"/>
              <a:gd name="connsiteX2" fmla="*/ 10001 w 10001"/>
              <a:gd name="connsiteY2" fmla="*/ 0 h 10000"/>
              <a:gd name="connsiteX3" fmla="*/ 10001 w 10001"/>
              <a:gd name="connsiteY3" fmla="*/ 10000 h 10000"/>
              <a:gd name="connsiteX4" fmla="*/ 1 w 10001"/>
              <a:gd name="connsiteY4" fmla="*/ 10000 h 10000"/>
              <a:gd name="connsiteX5" fmla="*/ 1 w 10001"/>
              <a:gd name="connsiteY5" fmla="*/ 2303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1" h="10000">
                <a:moveTo>
                  <a:pt x="1" y="2303"/>
                </a:moveTo>
                <a:cubicBezTo>
                  <a:pt x="-7" y="1526"/>
                  <a:pt x="45" y="813"/>
                  <a:pt x="37" y="36"/>
                </a:cubicBezTo>
                <a:lnTo>
                  <a:pt x="10001" y="0"/>
                </a:lnTo>
                <a:lnTo>
                  <a:pt x="10001" y="10000"/>
                </a:lnTo>
                <a:lnTo>
                  <a:pt x="1" y="10000"/>
                </a:lnTo>
                <a:lnTo>
                  <a:pt x="1" y="2303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991F9E2A-C395-2543-9C7D-0EC68FD38B56}"/>
              </a:ext>
            </a:extLst>
          </p:cNvPr>
          <p:cNvCxnSpPr>
            <a:cxnSpLocks/>
            <a:stCxn id="337" idx="3"/>
            <a:endCxn id="334" idx="4"/>
          </p:cNvCxnSpPr>
          <p:nvPr/>
        </p:nvCxnSpPr>
        <p:spPr>
          <a:xfrm>
            <a:off x="23562206" y="10358422"/>
            <a:ext cx="1473991" cy="2836597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DD0C3AC6-DD7E-A843-8EE6-7E6734F95D71}"/>
              </a:ext>
            </a:extLst>
          </p:cNvPr>
          <p:cNvCxnSpPr>
            <a:cxnSpLocks/>
            <a:stCxn id="338" idx="4"/>
            <a:endCxn id="334" idx="1"/>
          </p:cNvCxnSpPr>
          <p:nvPr/>
        </p:nvCxnSpPr>
        <p:spPr>
          <a:xfrm flipV="1">
            <a:off x="23575873" y="6877743"/>
            <a:ext cx="1473309" cy="2957888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Oval 336">
            <a:extLst>
              <a:ext uri="{FF2B5EF4-FFF2-40B4-BE49-F238E27FC236}">
                <a16:creationId xmlns:a16="http://schemas.microsoft.com/office/drawing/2014/main" id="{23CE9934-63F5-1C4F-82F2-2F19D108325A}"/>
              </a:ext>
            </a:extLst>
          </p:cNvPr>
          <p:cNvSpPr/>
          <p:nvPr/>
        </p:nvSpPr>
        <p:spPr>
          <a:xfrm>
            <a:off x="23562199" y="10358414"/>
            <a:ext cx="0" cy="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338" name="Oval 337">
            <a:extLst>
              <a:ext uri="{FF2B5EF4-FFF2-40B4-BE49-F238E27FC236}">
                <a16:creationId xmlns:a16="http://schemas.microsoft.com/office/drawing/2014/main" id="{6418F6D7-18D5-BB44-B4E2-5FD0437FE359}"/>
              </a:ext>
            </a:extLst>
          </p:cNvPr>
          <p:cNvSpPr/>
          <p:nvPr/>
        </p:nvSpPr>
        <p:spPr>
          <a:xfrm>
            <a:off x="23575869" y="9835630"/>
            <a:ext cx="0" cy="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cxnSp>
        <p:nvCxnSpPr>
          <p:cNvPr id="368" name="Elbow Connector 367">
            <a:extLst>
              <a:ext uri="{FF2B5EF4-FFF2-40B4-BE49-F238E27FC236}">
                <a16:creationId xmlns:a16="http://schemas.microsoft.com/office/drawing/2014/main" id="{78826968-E281-3147-9B82-AF1B813341E6}"/>
              </a:ext>
            </a:extLst>
          </p:cNvPr>
          <p:cNvCxnSpPr>
            <a:cxnSpLocks/>
            <a:stCxn id="325" idx="0"/>
            <a:endCxn id="366" idx="2"/>
          </p:cNvCxnSpPr>
          <p:nvPr/>
        </p:nvCxnSpPr>
        <p:spPr>
          <a:xfrm rot="5400000" flipH="1" flipV="1">
            <a:off x="27054793" y="11322741"/>
            <a:ext cx="498373" cy="540008"/>
          </a:xfrm>
          <a:prstGeom prst="bentConnector3">
            <a:avLst>
              <a:gd name="adj1" fmla="val 38991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1AE756A6-7D61-8346-AEA8-5A2B78DCC909}"/>
              </a:ext>
            </a:extLst>
          </p:cNvPr>
          <p:cNvCxnSpPr>
            <a:cxnSpLocks/>
            <a:stCxn id="325" idx="0"/>
            <a:endCxn id="365" idx="2"/>
          </p:cNvCxnSpPr>
          <p:nvPr/>
        </p:nvCxnSpPr>
        <p:spPr>
          <a:xfrm rot="16200000" flipV="1">
            <a:off x="26516789" y="11324751"/>
            <a:ext cx="498373" cy="536001"/>
          </a:xfrm>
          <a:prstGeom prst="bentConnector3">
            <a:avLst>
              <a:gd name="adj1" fmla="val 38991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F7216C5-2AE1-CD4A-8C00-37AA7B8835A3}"/>
              </a:ext>
            </a:extLst>
          </p:cNvPr>
          <p:cNvCxnSpPr>
            <a:cxnSpLocks/>
            <a:stCxn id="56" idx="3"/>
            <a:endCxn id="243" idx="1"/>
          </p:cNvCxnSpPr>
          <p:nvPr/>
        </p:nvCxnSpPr>
        <p:spPr>
          <a:xfrm>
            <a:off x="18491268" y="8628367"/>
            <a:ext cx="2917233" cy="543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0CBFDAB-9AEB-E244-BF62-47E1E4A82151}"/>
              </a:ext>
            </a:extLst>
          </p:cNvPr>
          <p:cNvCxnSpPr>
            <a:cxnSpLocks/>
            <a:stCxn id="82" idx="3"/>
            <a:endCxn id="239" idx="1"/>
          </p:cNvCxnSpPr>
          <p:nvPr/>
        </p:nvCxnSpPr>
        <p:spPr>
          <a:xfrm>
            <a:off x="18491268" y="10699094"/>
            <a:ext cx="291723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7C56473-140A-9947-8E31-E0418DED2D2C}"/>
              </a:ext>
            </a:extLst>
          </p:cNvPr>
          <p:cNvCxnSpPr>
            <a:cxnSpLocks/>
            <a:stCxn id="95" idx="3"/>
            <a:endCxn id="228" idx="1"/>
          </p:cNvCxnSpPr>
          <p:nvPr/>
        </p:nvCxnSpPr>
        <p:spPr>
          <a:xfrm>
            <a:off x="18491262" y="14814177"/>
            <a:ext cx="2917234" cy="471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C142F75E-EE8D-1B45-8450-1F81777E82FC}"/>
              </a:ext>
            </a:extLst>
          </p:cNvPr>
          <p:cNvCxnSpPr>
            <a:cxnSpLocks/>
            <a:stCxn id="90" idx="3"/>
            <a:endCxn id="235" idx="1"/>
          </p:cNvCxnSpPr>
          <p:nvPr/>
        </p:nvCxnSpPr>
        <p:spPr>
          <a:xfrm flipV="1">
            <a:off x="18491254" y="12759995"/>
            <a:ext cx="2917242" cy="355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658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02C1068E-1C75-2244-84A2-85DB00D11CA0}"/>
              </a:ext>
            </a:extLst>
          </p:cNvPr>
          <p:cNvGrpSpPr/>
          <p:nvPr/>
        </p:nvGrpSpPr>
        <p:grpSpPr>
          <a:xfrm>
            <a:off x="15326155" y="5266543"/>
            <a:ext cx="13133902" cy="10027812"/>
            <a:chOff x="2726167" y="1666887"/>
            <a:chExt cx="13133902" cy="10027812"/>
          </a:xfrm>
        </p:grpSpPr>
        <p:sp>
          <p:nvSpPr>
            <p:cNvPr id="582" name="Process 188">
              <a:extLst>
                <a:ext uri="{FF2B5EF4-FFF2-40B4-BE49-F238E27FC236}">
                  <a16:creationId xmlns:a16="http://schemas.microsoft.com/office/drawing/2014/main" id="{82BFD3D7-98A5-B044-8DF9-5E137B04426D}"/>
                </a:ext>
              </a:extLst>
            </p:cNvPr>
            <p:cNvSpPr/>
            <p:nvPr/>
          </p:nvSpPr>
          <p:spPr>
            <a:xfrm rot="5400000">
              <a:off x="8001422" y="6715813"/>
              <a:ext cx="3684984" cy="6272788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  <a:gd name="connsiteX0" fmla="*/ 0 w 10000"/>
                <a:gd name="connsiteY0" fmla="*/ 0 h 10000"/>
                <a:gd name="connsiteX1" fmla="*/ 36 w 10000"/>
                <a:gd name="connsiteY1" fmla="*/ 99 h 10000"/>
                <a:gd name="connsiteX2" fmla="*/ 10000 w 10000"/>
                <a:gd name="connsiteY2" fmla="*/ 0 h 10000"/>
                <a:gd name="connsiteX3" fmla="*/ 10000 w 10000"/>
                <a:gd name="connsiteY3" fmla="*/ 10000 h 10000"/>
                <a:gd name="connsiteX4" fmla="*/ 0 w 10000"/>
                <a:gd name="connsiteY4" fmla="*/ 10000 h 10000"/>
                <a:gd name="connsiteX5" fmla="*/ 0 w 10000"/>
                <a:gd name="connsiteY5" fmla="*/ 0 h 10000"/>
                <a:gd name="connsiteX0" fmla="*/ 0 w 10000"/>
                <a:gd name="connsiteY0" fmla="*/ 0 h 10126"/>
                <a:gd name="connsiteX1" fmla="*/ 36 w 10000"/>
                <a:gd name="connsiteY1" fmla="*/ 225 h 10126"/>
                <a:gd name="connsiteX2" fmla="*/ 10000 w 10000"/>
                <a:gd name="connsiteY2" fmla="*/ 126 h 10126"/>
                <a:gd name="connsiteX3" fmla="*/ 10000 w 10000"/>
                <a:gd name="connsiteY3" fmla="*/ 10126 h 10126"/>
                <a:gd name="connsiteX4" fmla="*/ 0 w 10000"/>
                <a:gd name="connsiteY4" fmla="*/ 10126 h 10126"/>
                <a:gd name="connsiteX5" fmla="*/ 0 w 10000"/>
                <a:gd name="connsiteY5" fmla="*/ 0 h 10126"/>
                <a:gd name="connsiteX0" fmla="*/ 0 w 11693"/>
                <a:gd name="connsiteY0" fmla="*/ 2619 h 10000"/>
                <a:gd name="connsiteX1" fmla="*/ 1729 w 11693"/>
                <a:gd name="connsiteY1" fmla="*/ 99 h 10000"/>
                <a:gd name="connsiteX2" fmla="*/ 11693 w 11693"/>
                <a:gd name="connsiteY2" fmla="*/ 0 h 10000"/>
                <a:gd name="connsiteX3" fmla="*/ 11693 w 11693"/>
                <a:gd name="connsiteY3" fmla="*/ 10000 h 10000"/>
                <a:gd name="connsiteX4" fmla="*/ 1693 w 11693"/>
                <a:gd name="connsiteY4" fmla="*/ 10000 h 10000"/>
                <a:gd name="connsiteX5" fmla="*/ 0 w 11693"/>
                <a:gd name="connsiteY5" fmla="*/ 2619 h 10000"/>
                <a:gd name="connsiteX0" fmla="*/ 0 w 11693"/>
                <a:gd name="connsiteY0" fmla="*/ 2646 h 10027"/>
                <a:gd name="connsiteX1" fmla="*/ 1669 w 11693"/>
                <a:gd name="connsiteY1" fmla="*/ 0 h 10027"/>
                <a:gd name="connsiteX2" fmla="*/ 11693 w 11693"/>
                <a:gd name="connsiteY2" fmla="*/ 27 h 10027"/>
                <a:gd name="connsiteX3" fmla="*/ 11693 w 11693"/>
                <a:gd name="connsiteY3" fmla="*/ 10027 h 10027"/>
                <a:gd name="connsiteX4" fmla="*/ 1693 w 11693"/>
                <a:gd name="connsiteY4" fmla="*/ 10027 h 10027"/>
                <a:gd name="connsiteX5" fmla="*/ 0 w 11693"/>
                <a:gd name="connsiteY5" fmla="*/ 2646 h 10027"/>
                <a:gd name="connsiteX0" fmla="*/ 24 w 10024"/>
                <a:gd name="connsiteY0" fmla="*/ 2330 h 10027"/>
                <a:gd name="connsiteX1" fmla="*/ 0 w 10024"/>
                <a:gd name="connsiteY1" fmla="*/ 0 h 10027"/>
                <a:gd name="connsiteX2" fmla="*/ 10024 w 10024"/>
                <a:gd name="connsiteY2" fmla="*/ 27 h 10027"/>
                <a:gd name="connsiteX3" fmla="*/ 10024 w 10024"/>
                <a:gd name="connsiteY3" fmla="*/ 10027 h 10027"/>
                <a:gd name="connsiteX4" fmla="*/ 24 w 10024"/>
                <a:gd name="connsiteY4" fmla="*/ 10027 h 10027"/>
                <a:gd name="connsiteX5" fmla="*/ 24 w 10024"/>
                <a:gd name="connsiteY5" fmla="*/ 2330 h 10027"/>
                <a:gd name="connsiteX0" fmla="*/ 1 w 10001"/>
                <a:gd name="connsiteY0" fmla="*/ 2303 h 10000"/>
                <a:gd name="connsiteX1" fmla="*/ 37 w 10001"/>
                <a:gd name="connsiteY1" fmla="*/ 99 h 10000"/>
                <a:gd name="connsiteX2" fmla="*/ 10001 w 10001"/>
                <a:gd name="connsiteY2" fmla="*/ 0 h 10000"/>
                <a:gd name="connsiteX3" fmla="*/ 10001 w 10001"/>
                <a:gd name="connsiteY3" fmla="*/ 10000 h 10000"/>
                <a:gd name="connsiteX4" fmla="*/ 1 w 10001"/>
                <a:gd name="connsiteY4" fmla="*/ 10000 h 10000"/>
                <a:gd name="connsiteX5" fmla="*/ 1 w 10001"/>
                <a:gd name="connsiteY5" fmla="*/ 2303 h 10000"/>
                <a:gd name="connsiteX0" fmla="*/ 1 w 10001"/>
                <a:gd name="connsiteY0" fmla="*/ 2303 h 10000"/>
                <a:gd name="connsiteX1" fmla="*/ 37 w 10001"/>
                <a:gd name="connsiteY1" fmla="*/ 36 h 10000"/>
                <a:gd name="connsiteX2" fmla="*/ 10001 w 10001"/>
                <a:gd name="connsiteY2" fmla="*/ 0 h 10000"/>
                <a:gd name="connsiteX3" fmla="*/ 10001 w 10001"/>
                <a:gd name="connsiteY3" fmla="*/ 10000 h 10000"/>
                <a:gd name="connsiteX4" fmla="*/ 1 w 10001"/>
                <a:gd name="connsiteY4" fmla="*/ 10000 h 10000"/>
                <a:gd name="connsiteX5" fmla="*/ 1 w 10001"/>
                <a:gd name="connsiteY5" fmla="*/ 2303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001" h="10000">
                  <a:moveTo>
                    <a:pt x="1" y="2303"/>
                  </a:moveTo>
                  <a:cubicBezTo>
                    <a:pt x="-7" y="1526"/>
                    <a:pt x="45" y="813"/>
                    <a:pt x="37" y="36"/>
                  </a:cubicBez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lnTo>
                    <a:pt x="1" y="2303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  <a:alpha val="50000"/>
              </a:schemeClr>
            </a:solidFill>
            <a:ln w="25400" cmpd="sng">
              <a:solidFill>
                <a:schemeClr val="accent2">
                  <a:lumMod val="50000"/>
                  <a:alpha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US" sz="2200"/>
            </a:p>
          </p:txBody>
        </p:sp>
        <p:cxnSp>
          <p:nvCxnSpPr>
            <p:cNvPr id="284" name="Straight Arrow Connector 283">
              <a:extLst>
                <a:ext uri="{FF2B5EF4-FFF2-40B4-BE49-F238E27FC236}">
                  <a16:creationId xmlns:a16="http://schemas.microsoft.com/office/drawing/2014/main" id="{F7DBB6CB-BC60-2346-99BE-4436EC70A64F}"/>
                </a:ext>
              </a:extLst>
            </p:cNvPr>
            <p:cNvCxnSpPr>
              <a:cxnSpLocks/>
              <a:stCxn id="395" idx="3"/>
              <a:endCxn id="352" idx="1"/>
            </p:cNvCxnSpPr>
            <p:nvPr/>
          </p:nvCxnSpPr>
          <p:spPr>
            <a:xfrm>
              <a:off x="6636729" y="2746887"/>
              <a:ext cx="88878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CE658F56-6EEB-C04B-925E-5CEC9E1C3343}"/>
                </a:ext>
              </a:extLst>
            </p:cNvPr>
            <p:cNvSpPr>
              <a:spLocks/>
            </p:cNvSpPr>
            <p:nvPr/>
          </p:nvSpPr>
          <p:spPr>
            <a:xfrm>
              <a:off x="5012374" y="1666887"/>
              <a:ext cx="540000" cy="2160000"/>
            </a:xfrm>
            <a:prstGeom prst="rect">
              <a:avLst/>
            </a:prstGeom>
            <a:solidFill>
              <a:srgbClr val="945200">
                <a:alpha val="25000"/>
              </a:srgbClr>
            </a:solidFill>
            <a:ln w="25400">
              <a:solidFill>
                <a:srgbClr val="422405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BE" sz="2200" b="1" dirty="0">
                  <a:solidFill>
                    <a:srgbClr val="422405"/>
                  </a:solidFill>
                </a:rPr>
                <a:t>Stem Block</a:t>
              </a:r>
            </a:p>
          </p:txBody>
        </p:sp>
        <p:sp>
          <p:nvSpPr>
            <p:cNvPr id="352" name="Rectangle 351">
              <a:extLst>
                <a:ext uri="{FF2B5EF4-FFF2-40B4-BE49-F238E27FC236}">
                  <a16:creationId xmlns:a16="http://schemas.microsoft.com/office/drawing/2014/main" id="{466966B5-736C-C34A-B933-71A507663F4B}"/>
                </a:ext>
              </a:extLst>
            </p:cNvPr>
            <p:cNvSpPr>
              <a:spLocks/>
            </p:cNvSpPr>
            <p:nvPr/>
          </p:nvSpPr>
          <p:spPr>
            <a:xfrm>
              <a:off x="7525514" y="1666887"/>
              <a:ext cx="540000" cy="2160000"/>
            </a:xfrm>
            <a:prstGeom prst="rect">
              <a:avLst/>
            </a:prstGeom>
            <a:solidFill>
              <a:srgbClr val="FF2600">
                <a:alpha val="25000"/>
              </a:srgbClr>
            </a:solidFill>
            <a:ln w="25400">
              <a:solidFill>
                <a:srgbClr val="450D0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BE" sz="2200" b="1" dirty="0">
                  <a:solidFill>
                    <a:srgbClr val="450D06"/>
                  </a:solidFill>
                </a:rPr>
                <a:t>Downsamping</a:t>
              </a:r>
            </a:p>
          </p:txBody>
        </p:sp>
        <p:sp>
          <p:nvSpPr>
            <p:cNvPr id="353" name="Rectangle 352">
              <a:extLst>
                <a:ext uri="{FF2B5EF4-FFF2-40B4-BE49-F238E27FC236}">
                  <a16:creationId xmlns:a16="http://schemas.microsoft.com/office/drawing/2014/main" id="{37236782-C92D-ED4F-B1B3-FDC7C32D27DB}"/>
                </a:ext>
              </a:extLst>
            </p:cNvPr>
            <p:cNvSpPr>
              <a:spLocks/>
            </p:cNvSpPr>
            <p:nvPr/>
          </p:nvSpPr>
          <p:spPr>
            <a:xfrm>
              <a:off x="8127237" y="1666887"/>
              <a:ext cx="540000" cy="2160000"/>
            </a:xfrm>
            <a:prstGeom prst="rect">
              <a:avLst/>
            </a:prstGeom>
            <a:solidFill>
              <a:srgbClr val="0432FF">
                <a:alpha val="25000"/>
              </a:srgbClr>
            </a:solidFill>
            <a:ln w="25400">
              <a:solidFill>
                <a:srgbClr val="030F5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BE" sz="2200" b="1" dirty="0">
                  <a:solidFill>
                    <a:srgbClr val="030F50"/>
                  </a:solidFill>
                </a:rPr>
                <a:t>Encoder Block 2</a:t>
              </a:r>
            </a:p>
          </p:txBody>
        </p:sp>
        <p:pic>
          <p:nvPicPr>
            <p:cNvPr id="363" name="Picture 362">
              <a:extLst>
                <a:ext uri="{FF2B5EF4-FFF2-40B4-BE49-F238E27FC236}">
                  <a16:creationId xmlns:a16="http://schemas.microsoft.com/office/drawing/2014/main" id="{1882332D-B81A-A34A-96F8-FEB9D3D18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26167" y="1666887"/>
              <a:ext cx="1798565" cy="2160000"/>
            </a:xfrm>
            <a:prstGeom prst="rect">
              <a:avLst/>
            </a:prstGeom>
          </p:spPr>
        </p:pic>
        <p:sp>
          <p:nvSpPr>
            <p:cNvPr id="377" name="Rectangle 376">
              <a:extLst>
                <a:ext uri="{FF2B5EF4-FFF2-40B4-BE49-F238E27FC236}">
                  <a16:creationId xmlns:a16="http://schemas.microsoft.com/office/drawing/2014/main" id="{4169FDA9-883F-8644-B325-C6882E7897CB}"/>
                </a:ext>
              </a:extLst>
            </p:cNvPr>
            <p:cNvSpPr>
              <a:spLocks/>
            </p:cNvSpPr>
            <p:nvPr/>
          </p:nvSpPr>
          <p:spPr>
            <a:xfrm>
              <a:off x="4665986" y="5087308"/>
              <a:ext cx="540000" cy="2160000"/>
            </a:xfrm>
            <a:prstGeom prst="rect">
              <a:avLst/>
            </a:prstGeom>
            <a:solidFill>
              <a:srgbClr val="941100">
                <a:alpha val="20000"/>
              </a:srgbClr>
            </a:solidFill>
            <a:ln w="25400">
              <a:solidFill>
                <a:srgbClr val="480A04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rgbClr val="480A04"/>
                  </a:solidFill>
                </a:rPr>
                <a:t>Head Block</a:t>
              </a:r>
            </a:p>
          </p:txBody>
        </p: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11754E32-A54C-9448-878E-116A933B18D7}"/>
                </a:ext>
              </a:extLst>
            </p:cNvPr>
            <p:cNvSpPr>
              <a:spLocks/>
            </p:cNvSpPr>
            <p:nvPr/>
          </p:nvSpPr>
          <p:spPr>
            <a:xfrm>
              <a:off x="12185726" y="5087858"/>
              <a:ext cx="540000" cy="2160000"/>
            </a:xfrm>
            <a:prstGeom prst="rect">
              <a:avLst/>
            </a:prstGeom>
            <a:solidFill>
              <a:srgbClr val="000000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Concatenate</a:t>
              </a:r>
            </a:p>
          </p:txBody>
        </p:sp>
        <p:sp>
          <p:nvSpPr>
            <p:cNvPr id="380" name="Rectangle 379">
              <a:extLst>
                <a:ext uri="{FF2B5EF4-FFF2-40B4-BE49-F238E27FC236}">
                  <a16:creationId xmlns:a16="http://schemas.microsoft.com/office/drawing/2014/main" id="{31A27C4D-65F9-344B-92A2-978C8A7DB02A}"/>
                </a:ext>
              </a:extLst>
            </p:cNvPr>
            <p:cNvSpPr>
              <a:spLocks/>
            </p:cNvSpPr>
            <p:nvPr/>
          </p:nvSpPr>
          <p:spPr>
            <a:xfrm>
              <a:off x="12787449" y="5087858"/>
              <a:ext cx="540000" cy="2160000"/>
            </a:xfrm>
            <a:prstGeom prst="rect">
              <a:avLst/>
            </a:prstGeom>
            <a:solidFill>
              <a:srgbClr val="009193">
                <a:alpha val="25000"/>
              </a:srgbClr>
            </a:solidFill>
            <a:ln w="25400">
              <a:solidFill>
                <a:srgbClr val="083637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rgbClr val="083637"/>
                  </a:solidFill>
                </a:rPr>
                <a:t>Upsampling</a:t>
              </a:r>
            </a:p>
          </p:txBody>
        </p:sp>
        <p:sp>
          <p:nvSpPr>
            <p:cNvPr id="381" name="Rectangle 380">
              <a:extLst>
                <a:ext uri="{FF2B5EF4-FFF2-40B4-BE49-F238E27FC236}">
                  <a16:creationId xmlns:a16="http://schemas.microsoft.com/office/drawing/2014/main" id="{DFD9B05F-3922-CB42-AA85-5352BA396641}"/>
                </a:ext>
              </a:extLst>
            </p:cNvPr>
            <p:cNvSpPr>
              <a:spLocks/>
            </p:cNvSpPr>
            <p:nvPr/>
          </p:nvSpPr>
          <p:spPr>
            <a:xfrm>
              <a:off x="11584003" y="5087858"/>
              <a:ext cx="540000" cy="2160000"/>
            </a:xfrm>
            <a:prstGeom prst="rect">
              <a:avLst/>
            </a:prstGeom>
            <a:solidFill>
              <a:srgbClr val="0432FF">
                <a:alpha val="25000"/>
              </a:srgbClr>
            </a:solidFill>
            <a:ln w="25400">
              <a:solidFill>
                <a:srgbClr val="030F5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rgbClr val="030F50"/>
                  </a:solidFill>
                </a:rPr>
                <a:t>Decoder Block 1</a:t>
              </a:r>
            </a:p>
          </p:txBody>
        </p:sp>
        <p:pic>
          <p:nvPicPr>
            <p:cNvPr id="382" name="Picture 381">
              <a:extLst>
                <a:ext uri="{FF2B5EF4-FFF2-40B4-BE49-F238E27FC236}">
                  <a16:creationId xmlns:a16="http://schemas.microsoft.com/office/drawing/2014/main" id="{DE03C984-1FD5-1C49-A0C8-1AC9CAE00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26167" y="5241723"/>
              <a:ext cx="1402185" cy="1852270"/>
            </a:xfrm>
            <a:prstGeom prst="rect">
              <a:avLst/>
            </a:prstGeom>
          </p:spPr>
        </p:pic>
        <p:sp>
          <p:nvSpPr>
            <p:cNvPr id="384" name="Rectangle 383">
              <a:extLst>
                <a:ext uri="{FF2B5EF4-FFF2-40B4-BE49-F238E27FC236}">
                  <a16:creationId xmlns:a16="http://schemas.microsoft.com/office/drawing/2014/main" id="{79BE1D67-C429-6B44-9549-C2255B63ACCF}"/>
                </a:ext>
              </a:extLst>
            </p:cNvPr>
            <p:cNvSpPr>
              <a:spLocks/>
            </p:cNvSpPr>
            <p:nvPr/>
          </p:nvSpPr>
          <p:spPr>
            <a:xfrm>
              <a:off x="10158219" y="5087858"/>
              <a:ext cx="540000" cy="2160000"/>
            </a:xfrm>
            <a:prstGeom prst="rect">
              <a:avLst/>
            </a:prstGeom>
            <a:solidFill>
              <a:srgbClr val="000000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Concatenate</a:t>
              </a:r>
            </a:p>
          </p:txBody>
        </p:sp>
        <p:sp>
          <p:nvSpPr>
            <p:cNvPr id="385" name="Rectangle 384">
              <a:extLst>
                <a:ext uri="{FF2B5EF4-FFF2-40B4-BE49-F238E27FC236}">
                  <a16:creationId xmlns:a16="http://schemas.microsoft.com/office/drawing/2014/main" id="{F650B42E-2B16-D64A-B680-9E3EA2A423FF}"/>
                </a:ext>
              </a:extLst>
            </p:cNvPr>
            <p:cNvSpPr>
              <a:spLocks/>
            </p:cNvSpPr>
            <p:nvPr/>
          </p:nvSpPr>
          <p:spPr>
            <a:xfrm>
              <a:off x="10759942" y="5087858"/>
              <a:ext cx="540000" cy="2160000"/>
            </a:xfrm>
            <a:prstGeom prst="rect">
              <a:avLst/>
            </a:prstGeom>
            <a:solidFill>
              <a:srgbClr val="009193">
                <a:alpha val="25000"/>
              </a:srgbClr>
            </a:solidFill>
            <a:ln w="25400">
              <a:solidFill>
                <a:srgbClr val="083637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rgbClr val="083637"/>
                  </a:solidFill>
                </a:rPr>
                <a:t>Upsampling</a:t>
              </a: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76EDB0A1-B5FD-7D44-84FE-F4D8ABF867A0}"/>
                </a:ext>
              </a:extLst>
            </p:cNvPr>
            <p:cNvSpPr>
              <a:spLocks/>
            </p:cNvSpPr>
            <p:nvPr/>
          </p:nvSpPr>
          <p:spPr>
            <a:xfrm>
              <a:off x="9556496" y="5087858"/>
              <a:ext cx="540000" cy="2160000"/>
            </a:xfrm>
            <a:prstGeom prst="rect">
              <a:avLst/>
            </a:prstGeom>
            <a:solidFill>
              <a:srgbClr val="0432FF">
                <a:alpha val="25000"/>
              </a:srgbClr>
            </a:solidFill>
            <a:ln w="25400">
              <a:solidFill>
                <a:srgbClr val="030F5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rgbClr val="030F50"/>
                  </a:solidFill>
                </a:rPr>
                <a:t>Decoder Block 2</a:t>
              </a:r>
            </a:p>
          </p:txBody>
        </p:sp>
        <p:sp>
          <p:nvSpPr>
            <p:cNvPr id="388" name="Rectangle 387">
              <a:extLst>
                <a:ext uri="{FF2B5EF4-FFF2-40B4-BE49-F238E27FC236}">
                  <a16:creationId xmlns:a16="http://schemas.microsoft.com/office/drawing/2014/main" id="{2F9D5203-9A78-C842-94A6-EC0A3E2BEED0}"/>
                </a:ext>
              </a:extLst>
            </p:cNvPr>
            <p:cNvSpPr>
              <a:spLocks/>
            </p:cNvSpPr>
            <p:nvPr/>
          </p:nvSpPr>
          <p:spPr>
            <a:xfrm>
              <a:off x="8127237" y="5087858"/>
              <a:ext cx="540000" cy="2160000"/>
            </a:xfrm>
            <a:prstGeom prst="rect">
              <a:avLst/>
            </a:prstGeom>
            <a:solidFill>
              <a:srgbClr val="000000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Concatenate</a:t>
              </a:r>
            </a:p>
          </p:txBody>
        </p:sp>
        <p:sp>
          <p:nvSpPr>
            <p:cNvPr id="389" name="Rectangle 388">
              <a:extLst>
                <a:ext uri="{FF2B5EF4-FFF2-40B4-BE49-F238E27FC236}">
                  <a16:creationId xmlns:a16="http://schemas.microsoft.com/office/drawing/2014/main" id="{396B3F23-4F1C-F24A-8864-92BD33B26695}"/>
                </a:ext>
              </a:extLst>
            </p:cNvPr>
            <p:cNvSpPr>
              <a:spLocks/>
            </p:cNvSpPr>
            <p:nvPr/>
          </p:nvSpPr>
          <p:spPr>
            <a:xfrm>
              <a:off x="8728960" y="5087858"/>
              <a:ext cx="540000" cy="2160000"/>
            </a:xfrm>
            <a:prstGeom prst="rect">
              <a:avLst/>
            </a:prstGeom>
            <a:solidFill>
              <a:srgbClr val="009193">
                <a:alpha val="25000"/>
              </a:srgbClr>
            </a:solidFill>
            <a:ln w="25400">
              <a:solidFill>
                <a:srgbClr val="083637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rgbClr val="083637"/>
                  </a:solidFill>
                </a:rPr>
                <a:t>Upsampling</a:t>
              </a: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395ABF06-D2FE-7846-8E05-A5F18C5AB3F6}"/>
                </a:ext>
              </a:extLst>
            </p:cNvPr>
            <p:cNvSpPr>
              <a:spLocks/>
            </p:cNvSpPr>
            <p:nvPr/>
          </p:nvSpPr>
          <p:spPr>
            <a:xfrm>
              <a:off x="7525514" y="5087858"/>
              <a:ext cx="540000" cy="2160000"/>
            </a:xfrm>
            <a:prstGeom prst="rect">
              <a:avLst/>
            </a:prstGeom>
            <a:solidFill>
              <a:srgbClr val="0432FF">
                <a:alpha val="25000"/>
              </a:srgbClr>
            </a:solidFill>
            <a:ln w="25400">
              <a:solidFill>
                <a:srgbClr val="030F5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rgbClr val="030F50"/>
                  </a:solidFill>
                </a:rPr>
                <a:t>Decoder Block 3</a:t>
              </a:r>
            </a:p>
          </p:txBody>
        </p:sp>
        <p:sp>
          <p:nvSpPr>
            <p:cNvPr id="392" name="Rectangle 391">
              <a:extLst>
                <a:ext uri="{FF2B5EF4-FFF2-40B4-BE49-F238E27FC236}">
                  <a16:creationId xmlns:a16="http://schemas.microsoft.com/office/drawing/2014/main" id="{3316BEEF-368C-9B4B-8B81-C956218623B1}"/>
                </a:ext>
              </a:extLst>
            </p:cNvPr>
            <p:cNvSpPr>
              <a:spLocks/>
            </p:cNvSpPr>
            <p:nvPr/>
          </p:nvSpPr>
          <p:spPr>
            <a:xfrm>
              <a:off x="6095750" y="5087858"/>
              <a:ext cx="540000" cy="2160000"/>
            </a:xfrm>
            <a:prstGeom prst="rect">
              <a:avLst/>
            </a:prstGeom>
            <a:solidFill>
              <a:srgbClr val="000000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Concatenate</a:t>
              </a:r>
            </a:p>
          </p:txBody>
        </p: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2B8ECBDE-2077-C647-AF2F-5C1889204A2B}"/>
                </a:ext>
              </a:extLst>
            </p:cNvPr>
            <p:cNvSpPr>
              <a:spLocks/>
            </p:cNvSpPr>
            <p:nvPr/>
          </p:nvSpPr>
          <p:spPr>
            <a:xfrm>
              <a:off x="6697473" y="5087858"/>
              <a:ext cx="540000" cy="2160000"/>
            </a:xfrm>
            <a:prstGeom prst="rect">
              <a:avLst/>
            </a:prstGeom>
            <a:solidFill>
              <a:srgbClr val="009193">
                <a:alpha val="25000"/>
              </a:srgbClr>
            </a:solidFill>
            <a:ln w="25400">
              <a:solidFill>
                <a:srgbClr val="083637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rgbClr val="083637"/>
                  </a:solidFill>
                </a:rPr>
                <a:t>Upsampling</a:t>
              </a: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BABE5FF6-1EF2-E64F-83FB-B08415040FCC}"/>
                </a:ext>
              </a:extLst>
            </p:cNvPr>
            <p:cNvSpPr>
              <a:spLocks/>
            </p:cNvSpPr>
            <p:nvPr/>
          </p:nvSpPr>
          <p:spPr>
            <a:xfrm>
              <a:off x="5494027" y="5087858"/>
              <a:ext cx="540000" cy="2160000"/>
            </a:xfrm>
            <a:prstGeom prst="rect">
              <a:avLst/>
            </a:prstGeom>
            <a:solidFill>
              <a:srgbClr val="0432FF">
                <a:alpha val="25000"/>
              </a:srgbClr>
            </a:solidFill>
            <a:ln w="25400">
              <a:solidFill>
                <a:srgbClr val="030F5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BE" sz="2200" b="1" dirty="0">
                  <a:solidFill>
                    <a:srgbClr val="030F50"/>
                  </a:solidFill>
                </a:rPr>
                <a:t>Decoder Block 4</a:t>
              </a:r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AA993CA6-693C-654E-B430-13B113A62AA6}"/>
                </a:ext>
              </a:extLst>
            </p:cNvPr>
            <p:cNvSpPr>
              <a:spLocks/>
            </p:cNvSpPr>
            <p:nvPr/>
          </p:nvSpPr>
          <p:spPr>
            <a:xfrm>
              <a:off x="6096729" y="1666887"/>
              <a:ext cx="540000" cy="2160000"/>
            </a:xfrm>
            <a:prstGeom prst="rect">
              <a:avLst/>
            </a:prstGeom>
            <a:solidFill>
              <a:srgbClr val="0432FF">
                <a:alpha val="25000"/>
              </a:srgbClr>
            </a:solidFill>
            <a:ln w="25400">
              <a:solidFill>
                <a:srgbClr val="030F5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BE" sz="2200" b="1" dirty="0">
                  <a:solidFill>
                    <a:srgbClr val="030F50"/>
                  </a:solidFill>
                </a:rPr>
                <a:t>Encoder Block 1</a:t>
              </a:r>
            </a:p>
          </p:txBody>
        </p:sp>
        <p:sp>
          <p:nvSpPr>
            <p:cNvPr id="397" name="Rectangle 396">
              <a:extLst>
                <a:ext uri="{FF2B5EF4-FFF2-40B4-BE49-F238E27FC236}">
                  <a16:creationId xmlns:a16="http://schemas.microsoft.com/office/drawing/2014/main" id="{9520BE66-0900-5447-834A-E514C885BFC2}"/>
                </a:ext>
              </a:extLst>
            </p:cNvPr>
            <p:cNvSpPr>
              <a:spLocks/>
            </p:cNvSpPr>
            <p:nvPr/>
          </p:nvSpPr>
          <p:spPr>
            <a:xfrm>
              <a:off x="9556496" y="1666887"/>
              <a:ext cx="540000" cy="2160000"/>
            </a:xfrm>
            <a:prstGeom prst="rect">
              <a:avLst/>
            </a:prstGeom>
            <a:solidFill>
              <a:srgbClr val="FF2600">
                <a:alpha val="25000"/>
              </a:srgbClr>
            </a:solidFill>
            <a:ln w="25400">
              <a:solidFill>
                <a:srgbClr val="450D0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BE" sz="2200" b="1" dirty="0">
                  <a:solidFill>
                    <a:srgbClr val="450D06"/>
                  </a:solidFill>
                </a:rPr>
                <a:t>Downsamping</a:t>
              </a: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95F5DF3D-01E4-0F47-AD3E-38BC009E81B9}"/>
                </a:ext>
              </a:extLst>
            </p:cNvPr>
            <p:cNvSpPr>
              <a:spLocks/>
            </p:cNvSpPr>
            <p:nvPr/>
          </p:nvSpPr>
          <p:spPr>
            <a:xfrm>
              <a:off x="10158219" y="1666887"/>
              <a:ext cx="540000" cy="2160000"/>
            </a:xfrm>
            <a:prstGeom prst="rect">
              <a:avLst/>
            </a:prstGeom>
            <a:solidFill>
              <a:srgbClr val="0432FF">
                <a:alpha val="25000"/>
              </a:srgbClr>
            </a:solidFill>
            <a:ln w="25400">
              <a:solidFill>
                <a:srgbClr val="030F5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BE" sz="2200" b="1" dirty="0">
                  <a:solidFill>
                    <a:srgbClr val="030F50"/>
                  </a:solidFill>
                </a:rPr>
                <a:t>Encoder Block 3</a:t>
              </a:r>
            </a:p>
          </p:txBody>
        </p:sp>
        <p:cxnSp>
          <p:nvCxnSpPr>
            <p:cNvPr id="406" name="Straight Arrow Connector 405">
              <a:extLst>
                <a:ext uri="{FF2B5EF4-FFF2-40B4-BE49-F238E27FC236}">
                  <a16:creationId xmlns:a16="http://schemas.microsoft.com/office/drawing/2014/main" id="{3E104B5E-28DA-6247-8A22-31B4CAAFC6ED}"/>
                </a:ext>
              </a:extLst>
            </p:cNvPr>
            <p:cNvCxnSpPr>
              <a:cxnSpLocks/>
              <a:stCxn id="353" idx="3"/>
              <a:endCxn id="397" idx="1"/>
            </p:cNvCxnSpPr>
            <p:nvPr/>
          </p:nvCxnSpPr>
          <p:spPr>
            <a:xfrm>
              <a:off x="8667237" y="2746887"/>
              <a:ext cx="88925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Arrow Connector 406">
              <a:extLst>
                <a:ext uri="{FF2B5EF4-FFF2-40B4-BE49-F238E27FC236}">
                  <a16:creationId xmlns:a16="http://schemas.microsoft.com/office/drawing/2014/main" id="{E705816E-7A41-A84A-8698-4CE99692F2B8}"/>
                </a:ext>
              </a:extLst>
            </p:cNvPr>
            <p:cNvCxnSpPr>
              <a:cxnSpLocks/>
              <a:stCxn id="398" idx="3"/>
              <a:endCxn id="412" idx="1"/>
            </p:cNvCxnSpPr>
            <p:nvPr/>
          </p:nvCxnSpPr>
          <p:spPr>
            <a:xfrm>
              <a:off x="10698219" y="2746887"/>
              <a:ext cx="88484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" name="Rectangle 408">
              <a:extLst>
                <a:ext uri="{FF2B5EF4-FFF2-40B4-BE49-F238E27FC236}">
                  <a16:creationId xmlns:a16="http://schemas.microsoft.com/office/drawing/2014/main" id="{2D839342-05DF-6845-BF5C-329183A8A5FB}"/>
                </a:ext>
              </a:extLst>
            </p:cNvPr>
            <p:cNvSpPr/>
            <p:nvPr/>
          </p:nvSpPr>
          <p:spPr>
            <a:xfrm>
              <a:off x="13700069" y="3826887"/>
              <a:ext cx="2160000" cy="540000"/>
            </a:xfrm>
            <a:prstGeom prst="rect">
              <a:avLst/>
            </a:prstGeom>
            <a:solidFill>
              <a:srgbClr val="FF2600">
                <a:alpha val="25000"/>
              </a:srgbClr>
            </a:solidFill>
            <a:ln w="25400">
              <a:solidFill>
                <a:srgbClr val="450D0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450D06"/>
                  </a:solidFill>
                </a:rPr>
                <a:t>Downsamping</a:t>
              </a:r>
            </a:p>
          </p:txBody>
        </p:sp>
        <p:sp>
          <p:nvSpPr>
            <p:cNvPr id="410" name="Rectangle 409">
              <a:extLst>
                <a:ext uri="{FF2B5EF4-FFF2-40B4-BE49-F238E27FC236}">
                  <a16:creationId xmlns:a16="http://schemas.microsoft.com/office/drawing/2014/main" id="{F4B91E4A-0901-8646-B69E-2950C7F850CF}"/>
                </a:ext>
              </a:extLst>
            </p:cNvPr>
            <p:cNvSpPr/>
            <p:nvPr/>
          </p:nvSpPr>
          <p:spPr>
            <a:xfrm>
              <a:off x="13700069" y="4440262"/>
              <a:ext cx="2160000" cy="540000"/>
            </a:xfrm>
            <a:prstGeom prst="rect">
              <a:avLst/>
            </a:prstGeom>
            <a:solidFill>
              <a:srgbClr val="0432FF">
                <a:alpha val="25000"/>
              </a:srgbClr>
            </a:solidFill>
            <a:ln w="25400">
              <a:solidFill>
                <a:srgbClr val="030F5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030F50"/>
                  </a:solidFill>
                </a:rPr>
                <a:t>Bridge Block</a:t>
              </a:r>
            </a:p>
          </p:txBody>
        </p:sp>
        <p:sp>
          <p:nvSpPr>
            <p:cNvPr id="412" name="Rectangle 411">
              <a:extLst>
                <a:ext uri="{FF2B5EF4-FFF2-40B4-BE49-F238E27FC236}">
                  <a16:creationId xmlns:a16="http://schemas.microsoft.com/office/drawing/2014/main" id="{C7A7553C-398A-224E-AB0B-A701E91B9D9C}"/>
                </a:ext>
              </a:extLst>
            </p:cNvPr>
            <p:cNvSpPr>
              <a:spLocks/>
            </p:cNvSpPr>
            <p:nvPr/>
          </p:nvSpPr>
          <p:spPr>
            <a:xfrm>
              <a:off x="11583062" y="1666887"/>
              <a:ext cx="540000" cy="2160000"/>
            </a:xfrm>
            <a:prstGeom prst="rect">
              <a:avLst/>
            </a:prstGeom>
            <a:solidFill>
              <a:srgbClr val="FF2600">
                <a:alpha val="25000"/>
              </a:srgbClr>
            </a:solidFill>
            <a:ln w="25400">
              <a:solidFill>
                <a:srgbClr val="450D0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BE" sz="2200" b="1" dirty="0">
                  <a:solidFill>
                    <a:srgbClr val="450D06"/>
                  </a:solidFill>
                </a:rPr>
                <a:t>Downsamping</a:t>
              </a:r>
            </a:p>
          </p:txBody>
        </p:sp>
        <p:sp>
          <p:nvSpPr>
            <p:cNvPr id="413" name="Rectangle 412">
              <a:extLst>
                <a:ext uri="{FF2B5EF4-FFF2-40B4-BE49-F238E27FC236}">
                  <a16:creationId xmlns:a16="http://schemas.microsoft.com/office/drawing/2014/main" id="{CFDD7560-AC92-BA4E-9F37-5CDDF1A432AD}"/>
                </a:ext>
              </a:extLst>
            </p:cNvPr>
            <p:cNvSpPr>
              <a:spLocks/>
            </p:cNvSpPr>
            <p:nvPr/>
          </p:nvSpPr>
          <p:spPr>
            <a:xfrm>
              <a:off x="12184785" y="1666887"/>
              <a:ext cx="540000" cy="2160000"/>
            </a:xfrm>
            <a:prstGeom prst="rect">
              <a:avLst/>
            </a:prstGeom>
            <a:solidFill>
              <a:srgbClr val="0432FF">
                <a:alpha val="25000"/>
              </a:srgbClr>
            </a:solidFill>
            <a:ln w="25400">
              <a:solidFill>
                <a:srgbClr val="030F50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BE" sz="2200" b="1" dirty="0">
                  <a:solidFill>
                    <a:srgbClr val="030F50"/>
                  </a:solidFill>
                </a:rPr>
                <a:t>Encoder Block 4</a:t>
              </a:r>
            </a:p>
          </p:txBody>
        </p:sp>
        <p:cxnSp>
          <p:nvCxnSpPr>
            <p:cNvPr id="414" name="Elbow Connector 413">
              <a:extLst>
                <a:ext uri="{FF2B5EF4-FFF2-40B4-BE49-F238E27FC236}">
                  <a16:creationId xmlns:a16="http://schemas.microsoft.com/office/drawing/2014/main" id="{018B4C2C-16D1-D74D-9A28-E560E650CF18}"/>
                </a:ext>
              </a:extLst>
            </p:cNvPr>
            <p:cNvCxnSpPr>
              <a:cxnSpLocks/>
              <a:stCxn id="413" idx="3"/>
              <a:endCxn id="409" idx="0"/>
            </p:cNvCxnSpPr>
            <p:nvPr/>
          </p:nvCxnSpPr>
          <p:spPr>
            <a:xfrm>
              <a:off x="12724785" y="2746887"/>
              <a:ext cx="2055284" cy="1080000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Elbow Connector 415">
              <a:extLst>
                <a:ext uri="{FF2B5EF4-FFF2-40B4-BE49-F238E27FC236}">
                  <a16:creationId xmlns:a16="http://schemas.microsoft.com/office/drawing/2014/main" id="{AC6ADB60-7428-FA44-A7D7-D537A4EED024}"/>
                </a:ext>
              </a:extLst>
            </p:cNvPr>
            <p:cNvCxnSpPr>
              <a:cxnSpLocks/>
              <a:stCxn id="410" idx="2"/>
              <a:endCxn id="380" idx="3"/>
            </p:cNvCxnSpPr>
            <p:nvPr/>
          </p:nvCxnSpPr>
          <p:spPr>
            <a:xfrm rot="5400000">
              <a:off x="13459961" y="4847750"/>
              <a:ext cx="1187596" cy="1452620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Arrow Connector 418">
              <a:extLst>
                <a:ext uri="{FF2B5EF4-FFF2-40B4-BE49-F238E27FC236}">
                  <a16:creationId xmlns:a16="http://schemas.microsoft.com/office/drawing/2014/main" id="{5C0D08EA-D082-BF41-89DD-2731004BD73B}"/>
                </a:ext>
              </a:extLst>
            </p:cNvPr>
            <p:cNvCxnSpPr>
              <a:cxnSpLocks/>
              <a:stCxn id="381" idx="1"/>
              <a:endCxn id="385" idx="3"/>
            </p:cNvCxnSpPr>
            <p:nvPr/>
          </p:nvCxnSpPr>
          <p:spPr>
            <a:xfrm flipH="1">
              <a:off x="11299942" y="6167858"/>
              <a:ext cx="28406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Arrow Connector 421">
              <a:extLst>
                <a:ext uri="{FF2B5EF4-FFF2-40B4-BE49-F238E27FC236}">
                  <a16:creationId xmlns:a16="http://schemas.microsoft.com/office/drawing/2014/main" id="{472FD21A-41FC-1A4B-8928-8548B25D656D}"/>
                </a:ext>
              </a:extLst>
            </p:cNvPr>
            <p:cNvCxnSpPr>
              <a:cxnSpLocks/>
              <a:stCxn id="386" idx="1"/>
              <a:endCxn id="389" idx="3"/>
            </p:cNvCxnSpPr>
            <p:nvPr/>
          </p:nvCxnSpPr>
          <p:spPr>
            <a:xfrm flipH="1">
              <a:off x="9268960" y="6167858"/>
              <a:ext cx="28753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Arrow Connector 424">
              <a:extLst>
                <a:ext uri="{FF2B5EF4-FFF2-40B4-BE49-F238E27FC236}">
                  <a16:creationId xmlns:a16="http://schemas.microsoft.com/office/drawing/2014/main" id="{AFB5C7EB-5549-0640-BED8-07FFBC10EC6F}"/>
                </a:ext>
              </a:extLst>
            </p:cNvPr>
            <p:cNvCxnSpPr>
              <a:cxnSpLocks/>
              <a:stCxn id="390" idx="1"/>
              <a:endCxn id="393" idx="3"/>
            </p:cNvCxnSpPr>
            <p:nvPr/>
          </p:nvCxnSpPr>
          <p:spPr>
            <a:xfrm flipH="1">
              <a:off x="7237473" y="6167858"/>
              <a:ext cx="28804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Arrow Connector 431">
              <a:extLst>
                <a:ext uri="{FF2B5EF4-FFF2-40B4-BE49-F238E27FC236}">
                  <a16:creationId xmlns:a16="http://schemas.microsoft.com/office/drawing/2014/main" id="{0B5F88AF-42B5-A443-8BE8-58629DE9C0C3}"/>
                </a:ext>
              </a:extLst>
            </p:cNvPr>
            <p:cNvCxnSpPr>
              <a:cxnSpLocks/>
              <a:stCxn id="394" idx="1"/>
              <a:endCxn id="377" idx="3"/>
            </p:cNvCxnSpPr>
            <p:nvPr/>
          </p:nvCxnSpPr>
          <p:spPr>
            <a:xfrm flipH="1" flipV="1">
              <a:off x="5205986" y="6167308"/>
              <a:ext cx="288041" cy="55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Arrow Connector 444">
              <a:extLst>
                <a:ext uri="{FF2B5EF4-FFF2-40B4-BE49-F238E27FC236}">
                  <a16:creationId xmlns:a16="http://schemas.microsoft.com/office/drawing/2014/main" id="{CE44C79A-1302-FD47-81B8-FB05D2D98674}"/>
                </a:ext>
              </a:extLst>
            </p:cNvPr>
            <p:cNvCxnSpPr>
              <a:cxnSpLocks/>
              <a:stCxn id="377" idx="1"/>
              <a:endCxn id="382" idx="3"/>
            </p:cNvCxnSpPr>
            <p:nvPr/>
          </p:nvCxnSpPr>
          <p:spPr>
            <a:xfrm flipH="1">
              <a:off x="4128352" y="6167308"/>
              <a:ext cx="537634" cy="55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Arrow Connector 447">
              <a:extLst>
                <a:ext uri="{FF2B5EF4-FFF2-40B4-BE49-F238E27FC236}">
                  <a16:creationId xmlns:a16="http://schemas.microsoft.com/office/drawing/2014/main" id="{CE70705B-B1E9-C74A-B46F-D43984F7F3B7}"/>
                </a:ext>
              </a:extLst>
            </p:cNvPr>
            <p:cNvCxnSpPr>
              <a:cxnSpLocks/>
              <a:stCxn id="363" idx="3"/>
              <a:endCxn id="294" idx="1"/>
            </p:cNvCxnSpPr>
            <p:nvPr/>
          </p:nvCxnSpPr>
          <p:spPr>
            <a:xfrm>
              <a:off x="4524732" y="2746887"/>
              <a:ext cx="48764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Arrow Connector 479">
              <a:extLst>
                <a:ext uri="{FF2B5EF4-FFF2-40B4-BE49-F238E27FC236}">
                  <a16:creationId xmlns:a16="http://schemas.microsoft.com/office/drawing/2014/main" id="{4B1A0DE5-7F3B-3F4C-9176-DDBA7B0A95F2}"/>
                </a:ext>
              </a:extLst>
            </p:cNvPr>
            <p:cNvCxnSpPr>
              <a:cxnSpLocks/>
              <a:stCxn id="398" idx="2"/>
              <a:endCxn id="384" idx="0"/>
            </p:cNvCxnSpPr>
            <p:nvPr/>
          </p:nvCxnSpPr>
          <p:spPr>
            <a:xfrm>
              <a:off x="10428219" y="3826887"/>
              <a:ext cx="0" cy="126097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Arrow Connector 482">
              <a:extLst>
                <a:ext uri="{FF2B5EF4-FFF2-40B4-BE49-F238E27FC236}">
                  <a16:creationId xmlns:a16="http://schemas.microsoft.com/office/drawing/2014/main" id="{2CE5AF29-E876-A849-AF8B-290BB9D73418}"/>
                </a:ext>
              </a:extLst>
            </p:cNvPr>
            <p:cNvCxnSpPr>
              <a:cxnSpLocks/>
              <a:stCxn id="353" idx="2"/>
              <a:endCxn id="388" idx="0"/>
            </p:cNvCxnSpPr>
            <p:nvPr/>
          </p:nvCxnSpPr>
          <p:spPr>
            <a:xfrm>
              <a:off x="8397237" y="3826887"/>
              <a:ext cx="0" cy="126097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Arrow Connector 491">
              <a:extLst>
                <a:ext uri="{FF2B5EF4-FFF2-40B4-BE49-F238E27FC236}">
                  <a16:creationId xmlns:a16="http://schemas.microsoft.com/office/drawing/2014/main" id="{68E92650-7B9A-3E43-B68C-102E4C51FCD9}"/>
                </a:ext>
              </a:extLst>
            </p:cNvPr>
            <p:cNvCxnSpPr>
              <a:cxnSpLocks/>
              <a:stCxn id="395" idx="2"/>
              <a:endCxn id="392" idx="0"/>
            </p:cNvCxnSpPr>
            <p:nvPr/>
          </p:nvCxnSpPr>
          <p:spPr>
            <a:xfrm flipH="1">
              <a:off x="6365750" y="3826887"/>
              <a:ext cx="979" cy="126097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Arrow Connector 494">
              <a:extLst>
                <a:ext uri="{FF2B5EF4-FFF2-40B4-BE49-F238E27FC236}">
                  <a16:creationId xmlns:a16="http://schemas.microsoft.com/office/drawing/2014/main" id="{4DBC0E64-27A1-2A41-9944-6B3447D27A8C}"/>
                </a:ext>
              </a:extLst>
            </p:cNvPr>
            <p:cNvCxnSpPr>
              <a:cxnSpLocks/>
              <a:stCxn id="413" idx="2"/>
              <a:endCxn id="379" idx="0"/>
            </p:cNvCxnSpPr>
            <p:nvPr/>
          </p:nvCxnSpPr>
          <p:spPr>
            <a:xfrm>
              <a:off x="12454785" y="3826887"/>
              <a:ext cx="941" cy="126097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Arrow Connector 498">
              <a:extLst>
                <a:ext uri="{FF2B5EF4-FFF2-40B4-BE49-F238E27FC236}">
                  <a16:creationId xmlns:a16="http://schemas.microsoft.com/office/drawing/2014/main" id="{BE6A7224-BEC7-C14B-B04B-1C283A5F7647}"/>
                </a:ext>
              </a:extLst>
            </p:cNvPr>
            <p:cNvCxnSpPr>
              <a:cxnSpLocks/>
              <a:stCxn id="294" idx="3"/>
              <a:endCxn id="395" idx="1"/>
            </p:cNvCxnSpPr>
            <p:nvPr/>
          </p:nvCxnSpPr>
          <p:spPr>
            <a:xfrm>
              <a:off x="5552374" y="2746887"/>
              <a:ext cx="54435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Arrow Connector 582">
              <a:extLst>
                <a:ext uri="{FF2B5EF4-FFF2-40B4-BE49-F238E27FC236}">
                  <a16:creationId xmlns:a16="http://schemas.microsoft.com/office/drawing/2014/main" id="{026632ED-10AE-984E-AE96-986DCC5620A8}"/>
                </a:ext>
              </a:extLst>
            </p:cNvPr>
            <p:cNvCxnSpPr>
              <a:cxnSpLocks/>
              <a:stCxn id="585" idx="5"/>
              <a:endCxn id="582" idx="4"/>
            </p:cNvCxnSpPr>
            <p:nvPr/>
          </p:nvCxnSpPr>
          <p:spPr>
            <a:xfrm flipH="1">
              <a:off x="6707520" y="7247184"/>
              <a:ext cx="2853453" cy="762899"/>
            </a:xfrm>
            <a:prstGeom prst="straightConnector1">
              <a:avLst/>
            </a:prstGeom>
            <a:ln w="25400" cmpd="sng">
              <a:solidFill>
                <a:schemeClr val="accent2">
                  <a:lumMod val="50000"/>
                  <a:alpha val="50000"/>
                </a:schemeClr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Arrow Connector 583">
              <a:extLst>
                <a:ext uri="{FF2B5EF4-FFF2-40B4-BE49-F238E27FC236}">
                  <a16:creationId xmlns:a16="http://schemas.microsoft.com/office/drawing/2014/main" id="{BD845BFA-080D-034A-9EB8-7484398B8126}"/>
                </a:ext>
              </a:extLst>
            </p:cNvPr>
            <p:cNvCxnSpPr>
              <a:cxnSpLocks/>
              <a:stCxn id="586" idx="7"/>
              <a:endCxn id="582" idx="1"/>
            </p:cNvCxnSpPr>
            <p:nvPr/>
          </p:nvCxnSpPr>
          <p:spPr>
            <a:xfrm>
              <a:off x="10094819" y="7261379"/>
              <a:ext cx="2862907" cy="761969"/>
            </a:xfrm>
            <a:prstGeom prst="straightConnector1">
              <a:avLst/>
            </a:prstGeom>
            <a:ln w="25400" cmpd="sng">
              <a:solidFill>
                <a:schemeClr val="accent2">
                  <a:lumMod val="50000"/>
                  <a:alpha val="50000"/>
                </a:schemeClr>
              </a:solidFill>
              <a:prstDash val="solid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5" name="Oval 584">
              <a:extLst>
                <a:ext uri="{FF2B5EF4-FFF2-40B4-BE49-F238E27FC236}">
                  <a16:creationId xmlns:a16="http://schemas.microsoft.com/office/drawing/2014/main" id="{401361E7-7BDB-8F40-BAA3-F4BAE93FB209}"/>
                </a:ext>
              </a:extLst>
            </p:cNvPr>
            <p:cNvSpPr/>
            <p:nvPr/>
          </p:nvSpPr>
          <p:spPr>
            <a:xfrm rot="5400000">
              <a:off x="9560974" y="7247183"/>
              <a:ext cx="0" cy="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en-US" sz="2200"/>
            </a:p>
          </p:txBody>
        </p:sp>
        <p:sp>
          <p:nvSpPr>
            <p:cNvPr id="586" name="Oval 585">
              <a:extLst>
                <a:ext uri="{FF2B5EF4-FFF2-40B4-BE49-F238E27FC236}">
                  <a16:creationId xmlns:a16="http://schemas.microsoft.com/office/drawing/2014/main" id="{F0F57EEB-10A3-764C-8F9F-F50A93038232}"/>
                </a:ext>
              </a:extLst>
            </p:cNvPr>
            <p:cNvSpPr/>
            <p:nvPr/>
          </p:nvSpPr>
          <p:spPr>
            <a:xfrm rot="5400000">
              <a:off x="10094819" y="7261378"/>
              <a:ext cx="0" cy="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endParaRPr lang="en-US" sz="220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DE9B8688-1E3C-A24F-BA79-EBD91CB89A51}"/>
                </a:ext>
              </a:extLst>
            </p:cNvPr>
            <p:cNvGrpSpPr/>
            <p:nvPr/>
          </p:nvGrpSpPr>
          <p:grpSpPr>
            <a:xfrm flipH="1">
              <a:off x="6955831" y="8710642"/>
              <a:ext cx="5779113" cy="2162072"/>
              <a:chOff x="6955831" y="8710642"/>
              <a:chExt cx="5779113" cy="2162072"/>
            </a:xfrm>
          </p:grpSpPr>
          <p:grpSp>
            <p:nvGrpSpPr>
              <p:cNvPr id="564" name="Group 563">
                <a:extLst>
                  <a:ext uri="{FF2B5EF4-FFF2-40B4-BE49-F238E27FC236}">
                    <a16:creationId xmlns:a16="http://schemas.microsoft.com/office/drawing/2014/main" id="{483EB840-70CC-8149-B950-3A0E3A3BDDEB}"/>
                  </a:ext>
                </a:extLst>
              </p:cNvPr>
              <p:cNvGrpSpPr/>
              <p:nvPr/>
            </p:nvGrpSpPr>
            <p:grpSpPr>
              <a:xfrm rot="5400000">
                <a:off x="7786106" y="9432646"/>
                <a:ext cx="2156009" cy="720000"/>
                <a:chOff x="13262091" y="10488925"/>
                <a:chExt cx="2156009" cy="720000"/>
              </a:xfrm>
            </p:grpSpPr>
            <p:sp>
              <p:nvSpPr>
                <p:cNvPr id="565" name="Process 564">
                  <a:extLst>
                    <a:ext uri="{FF2B5EF4-FFF2-40B4-BE49-F238E27FC236}">
                      <a16:creationId xmlns:a16="http://schemas.microsoft.com/office/drawing/2014/main" id="{89A8B0D6-FA55-6645-B75E-600A86EF4937}"/>
                    </a:ext>
                  </a:extLst>
                </p:cNvPr>
                <p:cNvSpPr/>
                <p:nvPr/>
              </p:nvSpPr>
              <p:spPr>
                <a:xfrm>
                  <a:off x="13262091" y="10488925"/>
                  <a:ext cx="1080000" cy="720000"/>
                </a:xfrm>
                <a:prstGeom prst="flowChartProcess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endParaRPr lang="en-US" sz="2200"/>
                </a:p>
              </p:txBody>
            </p:sp>
            <p:sp>
              <p:nvSpPr>
                <p:cNvPr id="566" name="Process 565">
                  <a:extLst>
                    <a:ext uri="{FF2B5EF4-FFF2-40B4-BE49-F238E27FC236}">
                      <a16:creationId xmlns:a16="http://schemas.microsoft.com/office/drawing/2014/main" id="{551AA7AB-FA1A-6C42-82AC-7B4D8F8E33E7}"/>
                    </a:ext>
                  </a:extLst>
                </p:cNvPr>
                <p:cNvSpPr/>
                <p:nvPr/>
              </p:nvSpPr>
              <p:spPr>
                <a:xfrm>
                  <a:off x="14338100" y="10488925"/>
                  <a:ext cx="1080000" cy="720000"/>
                </a:xfrm>
                <a:prstGeom prst="flowChartProcess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endParaRPr lang="en-US" sz="2200"/>
                </a:p>
              </p:txBody>
            </p:sp>
          </p:grpSp>
          <p:sp>
            <p:nvSpPr>
              <p:cNvPr id="567" name="Process 566">
                <a:extLst>
                  <a:ext uri="{FF2B5EF4-FFF2-40B4-BE49-F238E27FC236}">
                    <a16:creationId xmlns:a16="http://schemas.microsoft.com/office/drawing/2014/main" id="{FC60D21B-F23D-4C41-9C96-D315BAC6D448}"/>
                  </a:ext>
                </a:extLst>
              </p:cNvPr>
              <p:cNvSpPr/>
              <p:nvPr/>
            </p:nvSpPr>
            <p:spPr>
              <a:xfrm rot="5400000">
                <a:off x="10390409" y="9522709"/>
                <a:ext cx="2160000" cy="540000"/>
              </a:xfrm>
              <a:prstGeom prst="flowChartProcess">
                <a:avLst/>
              </a:prstGeom>
              <a:solidFill>
                <a:srgbClr val="00FDFF">
                  <a:alpha val="30000"/>
                </a:srgbClr>
              </a:solidFill>
              <a:ln w="25400">
                <a:solidFill>
                  <a:srgbClr val="0C3E3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BE" sz="2200" b="1" dirty="0">
                    <a:solidFill>
                      <a:srgbClr val="0C3E3E"/>
                    </a:solidFill>
                  </a:rPr>
                  <a:t>MLP</a:t>
                </a:r>
              </a:p>
            </p:txBody>
          </p:sp>
          <p:sp>
            <p:nvSpPr>
              <p:cNvPr id="568" name="Process 567">
                <a:extLst>
                  <a:ext uri="{FF2B5EF4-FFF2-40B4-BE49-F238E27FC236}">
                    <a16:creationId xmlns:a16="http://schemas.microsoft.com/office/drawing/2014/main" id="{79B6219D-695F-BE4E-B03B-944F453109EB}"/>
                  </a:ext>
                </a:extLst>
              </p:cNvPr>
              <p:cNvSpPr/>
              <p:nvPr/>
            </p:nvSpPr>
            <p:spPr>
              <a:xfrm rot="5400000">
                <a:off x="7761402" y="9430642"/>
                <a:ext cx="2160000" cy="720000"/>
              </a:xfrm>
              <a:prstGeom prst="flowChartProcess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25400">
                <a:solidFill>
                  <a:srgbClr val="253A1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BE" sz="2200" b="1" dirty="0">
                    <a:solidFill>
                      <a:srgbClr val="253A18"/>
                    </a:solidFill>
                  </a:rPr>
                  <a:t>Multi-Head Factorizer</a:t>
                </a:r>
              </a:p>
            </p:txBody>
          </p:sp>
          <p:sp>
            <p:nvSpPr>
              <p:cNvPr id="569" name="Process 568">
                <a:extLst>
                  <a:ext uri="{FF2B5EF4-FFF2-40B4-BE49-F238E27FC236}">
                    <a16:creationId xmlns:a16="http://schemas.microsoft.com/office/drawing/2014/main" id="{EBD3514A-4B0A-874D-BD57-C00DE4C7A92A}"/>
                  </a:ext>
                </a:extLst>
              </p:cNvPr>
              <p:cNvSpPr/>
              <p:nvPr/>
            </p:nvSpPr>
            <p:spPr>
              <a:xfrm rot="5400000">
                <a:off x="9522240" y="9522714"/>
                <a:ext cx="2160000" cy="540000"/>
              </a:xfrm>
              <a:prstGeom prst="flowChartProcess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5400">
                <a:solidFill>
                  <a:srgbClr val="403A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BE" sz="2200" b="1" dirty="0">
                    <a:solidFill>
                      <a:srgbClr val="403A27"/>
                    </a:solidFill>
                  </a:rPr>
                  <a:t>Norm</a:t>
                </a:r>
              </a:p>
            </p:txBody>
          </p:sp>
          <p:sp>
            <p:nvSpPr>
              <p:cNvPr id="570" name="Or 569">
                <a:extLst>
                  <a:ext uri="{FF2B5EF4-FFF2-40B4-BE49-F238E27FC236}">
                    <a16:creationId xmlns:a16="http://schemas.microsoft.com/office/drawing/2014/main" id="{984D533E-0EB4-FA4E-AF4E-83050311E00F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>
                <a:off x="9494584" y="9610642"/>
                <a:ext cx="360000" cy="360000"/>
              </a:xfrm>
              <a:prstGeom prst="flowChartOr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endParaRPr lang="en-BE" sz="2200"/>
              </a:p>
            </p:txBody>
          </p:sp>
          <p:cxnSp>
            <p:nvCxnSpPr>
              <p:cNvPr id="571" name="Straight Arrow Connector 570">
                <a:extLst>
                  <a:ext uri="{FF2B5EF4-FFF2-40B4-BE49-F238E27FC236}">
                    <a16:creationId xmlns:a16="http://schemas.microsoft.com/office/drawing/2014/main" id="{E616973E-CA29-BE4B-BEF3-06B4000CC3F4}"/>
                  </a:ext>
                </a:extLst>
              </p:cNvPr>
              <p:cNvCxnSpPr>
                <a:cxnSpLocks/>
                <a:stCxn id="569" idx="0"/>
                <a:endCxn id="567" idx="2"/>
              </p:cNvCxnSpPr>
              <p:nvPr/>
            </p:nvCxnSpPr>
            <p:spPr>
              <a:xfrm rot="5400000" flipH="1" flipV="1">
                <a:off x="11036322" y="9628627"/>
                <a:ext cx="5" cy="328169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" name="Straight Arrow Connector 571">
                <a:extLst>
                  <a:ext uri="{FF2B5EF4-FFF2-40B4-BE49-F238E27FC236}">
                    <a16:creationId xmlns:a16="http://schemas.microsoft.com/office/drawing/2014/main" id="{EE94F970-1A09-E749-8C6C-72193E5483B2}"/>
                  </a:ext>
                </a:extLst>
              </p:cNvPr>
              <p:cNvCxnSpPr>
                <a:cxnSpLocks/>
                <a:stCxn id="570" idx="0"/>
                <a:endCxn id="569" idx="2"/>
              </p:cNvCxnSpPr>
              <p:nvPr/>
            </p:nvCxnSpPr>
            <p:spPr>
              <a:xfrm rot="5400000" flipV="1">
                <a:off x="10092376" y="9552850"/>
                <a:ext cx="2072" cy="47765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3" name="Process 572">
                <a:extLst>
                  <a:ext uri="{FF2B5EF4-FFF2-40B4-BE49-F238E27FC236}">
                    <a16:creationId xmlns:a16="http://schemas.microsoft.com/office/drawing/2014/main" id="{E6FC3F1F-FA1D-2148-9C27-EDE53179E7CD}"/>
                  </a:ext>
                </a:extLst>
              </p:cNvPr>
              <p:cNvSpPr/>
              <p:nvPr/>
            </p:nvSpPr>
            <p:spPr>
              <a:xfrm rot="5400000">
                <a:off x="6655737" y="9520642"/>
                <a:ext cx="2160000" cy="540000"/>
              </a:xfrm>
              <a:prstGeom prst="flowChartProcess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5400">
                <a:solidFill>
                  <a:srgbClr val="403A2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BE" sz="2200" b="1" dirty="0">
                    <a:solidFill>
                      <a:srgbClr val="403A27"/>
                    </a:solidFill>
                  </a:rPr>
                  <a:t>Norm</a:t>
                </a:r>
              </a:p>
            </p:txBody>
          </p:sp>
          <p:cxnSp>
            <p:nvCxnSpPr>
              <p:cNvPr id="574" name="Straight Arrow Connector 573">
                <a:extLst>
                  <a:ext uri="{FF2B5EF4-FFF2-40B4-BE49-F238E27FC236}">
                    <a16:creationId xmlns:a16="http://schemas.microsoft.com/office/drawing/2014/main" id="{5FA1A63F-4EA8-C546-ABC7-B62AD00801CA}"/>
                  </a:ext>
                </a:extLst>
              </p:cNvPr>
              <p:cNvCxnSpPr>
                <a:cxnSpLocks/>
                <a:stCxn id="573" idx="0"/>
                <a:endCxn id="568" idx="2"/>
              </p:cNvCxnSpPr>
              <p:nvPr/>
            </p:nvCxnSpPr>
            <p:spPr>
              <a:xfrm rot="5400000" flipV="1">
                <a:off x="8243570" y="9552810"/>
                <a:ext cx="0" cy="47566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Straight Arrow Connector 574">
                <a:extLst>
                  <a:ext uri="{FF2B5EF4-FFF2-40B4-BE49-F238E27FC236}">
                    <a16:creationId xmlns:a16="http://schemas.microsoft.com/office/drawing/2014/main" id="{D658BD47-98CD-9541-AE0D-2C4E7B982D03}"/>
                  </a:ext>
                </a:extLst>
              </p:cNvPr>
              <p:cNvCxnSpPr>
                <a:cxnSpLocks/>
                <a:stCxn id="568" idx="0"/>
                <a:endCxn id="570" idx="4"/>
              </p:cNvCxnSpPr>
              <p:nvPr/>
            </p:nvCxnSpPr>
            <p:spPr>
              <a:xfrm rot="5400000" flipV="1">
                <a:off x="9347993" y="9644051"/>
                <a:ext cx="0" cy="29318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6" name="Straight Arrow Connector 575">
                <a:extLst>
                  <a:ext uri="{FF2B5EF4-FFF2-40B4-BE49-F238E27FC236}">
                    <a16:creationId xmlns:a16="http://schemas.microsoft.com/office/drawing/2014/main" id="{8D2FFDEB-71A5-A94D-AA0C-ADDC2366FA13}"/>
                  </a:ext>
                </a:extLst>
              </p:cNvPr>
              <p:cNvCxnSpPr>
                <a:cxnSpLocks/>
                <a:endCxn id="573" idx="2"/>
              </p:cNvCxnSpPr>
              <p:nvPr/>
            </p:nvCxnSpPr>
            <p:spPr>
              <a:xfrm rot="5400000" flipV="1">
                <a:off x="7210784" y="9535689"/>
                <a:ext cx="0" cy="50990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7" name="Straight Arrow Connector 576">
                <a:extLst>
                  <a:ext uri="{FF2B5EF4-FFF2-40B4-BE49-F238E27FC236}">
                    <a16:creationId xmlns:a16="http://schemas.microsoft.com/office/drawing/2014/main" id="{2D95B418-8598-7547-8525-EAC4DDCF6352}"/>
                  </a:ext>
                </a:extLst>
              </p:cNvPr>
              <p:cNvCxnSpPr>
                <a:cxnSpLocks/>
                <a:stCxn id="567" idx="0"/>
                <a:endCxn id="579" idx="4"/>
              </p:cNvCxnSpPr>
              <p:nvPr/>
            </p:nvCxnSpPr>
            <p:spPr>
              <a:xfrm rot="5400000" flipH="1" flipV="1">
                <a:off x="11876643" y="9654408"/>
                <a:ext cx="2067" cy="274535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8" name="Elbow Connector 577">
                <a:extLst>
                  <a:ext uri="{FF2B5EF4-FFF2-40B4-BE49-F238E27FC236}">
                    <a16:creationId xmlns:a16="http://schemas.microsoft.com/office/drawing/2014/main" id="{0E259F48-B13C-3F4A-AB6C-C9D6D57813C1}"/>
                  </a:ext>
                </a:extLst>
              </p:cNvPr>
              <p:cNvCxnSpPr>
                <a:cxnSpLocks/>
                <a:stCxn id="570" idx="0"/>
                <a:endCxn id="579" idx="2"/>
              </p:cNvCxnSpPr>
              <p:nvPr/>
            </p:nvCxnSpPr>
            <p:spPr>
              <a:xfrm flipV="1">
                <a:off x="9854584" y="9610642"/>
                <a:ext cx="2340360" cy="180000"/>
              </a:xfrm>
              <a:prstGeom prst="bentConnector4">
                <a:avLst>
                  <a:gd name="adj1" fmla="val 8454"/>
                  <a:gd name="adj2" fmla="val 778136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9" name="Or 578">
                <a:extLst>
                  <a:ext uri="{FF2B5EF4-FFF2-40B4-BE49-F238E27FC236}">
                    <a16:creationId xmlns:a16="http://schemas.microsoft.com/office/drawing/2014/main" id="{F62F6654-603F-6146-B5C7-6A6C4B71D878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5400000">
                <a:off x="12014944" y="9610642"/>
                <a:ext cx="360000" cy="360000"/>
              </a:xfrm>
              <a:prstGeom prst="flowChartOr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endParaRPr lang="en-BE" sz="2200"/>
              </a:p>
            </p:txBody>
          </p:sp>
          <p:cxnSp>
            <p:nvCxnSpPr>
              <p:cNvPr id="580" name="Elbow Connector 579">
                <a:extLst>
                  <a:ext uri="{FF2B5EF4-FFF2-40B4-BE49-F238E27FC236}">
                    <a16:creationId xmlns:a16="http://schemas.microsoft.com/office/drawing/2014/main" id="{75392A9B-AA07-1640-B6CE-B42D3BD1E98B}"/>
                  </a:ext>
                </a:extLst>
              </p:cNvPr>
              <p:cNvCxnSpPr>
                <a:cxnSpLocks/>
                <a:endCxn id="570" idx="2"/>
              </p:cNvCxnSpPr>
              <p:nvPr/>
            </p:nvCxnSpPr>
            <p:spPr>
              <a:xfrm flipV="1">
                <a:off x="7237473" y="9610642"/>
                <a:ext cx="2437111" cy="179999"/>
              </a:xfrm>
              <a:prstGeom prst="bentConnector4">
                <a:avLst>
                  <a:gd name="adj1" fmla="val -1086"/>
                  <a:gd name="adj2" fmla="val 770654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1" name="Straight Arrow Connector 580">
                <a:extLst>
                  <a:ext uri="{FF2B5EF4-FFF2-40B4-BE49-F238E27FC236}">
                    <a16:creationId xmlns:a16="http://schemas.microsoft.com/office/drawing/2014/main" id="{D1B24868-34DC-2B46-B3A4-9AA64405FBF4}"/>
                  </a:ext>
                </a:extLst>
              </p:cNvPr>
              <p:cNvCxnSpPr>
                <a:cxnSpLocks/>
                <a:stCxn id="579" idx="0"/>
              </p:cNvCxnSpPr>
              <p:nvPr/>
            </p:nvCxnSpPr>
            <p:spPr>
              <a:xfrm rot="5400000" flipV="1">
                <a:off x="12554944" y="9610642"/>
                <a:ext cx="0" cy="36000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headEnd w="lg" len="lg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Elbow Connector 586">
                <a:extLst>
                  <a:ext uri="{FF2B5EF4-FFF2-40B4-BE49-F238E27FC236}">
                    <a16:creationId xmlns:a16="http://schemas.microsoft.com/office/drawing/2014/main" id="{78894926-84B5-644C-873F-6ACB5ABE9FCB}"/>
                  </a:ext>
                </a:extLst>
              </p:cNvPr>
              <p:cNvCxnSpPr>
                <a:cxnSpLocks/>
                <a:stCxn id="573" idx="0"/>
                <a:endCxn id="566" idx="2"/>
              </p:cNvCxnSpPr>
              <p:nvPr/>
            </p:nvCxnSpPr>
            <p:spPr>
              <a:xfrm rot="10800000" flipH="1" flipV="1">
                <a:off x="8005737" y="9790643"/>
                <a:ext cx="498373" cy="540008"/>
              </a:xfrm>
              <a:prstGeom prst="bentConnector3">
                <a:avLst>
                  <a:gd name="adj1" fmla="val 38991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Elbow Connector 587">
                <a:extLst>
                  <a:ext uri="{FF2B5EF4-FFF2-40B4-BE49-F238E27FC236}">
                    <a16:creationId xmlns:a16="http://schemas.microsoft.com/office/drawing/2014/main" id="{51530CEF-A21C-614C-ACDF-B7D24F62AD88}"/>
                  </a:ext>
                </a:extLst>
              </p:cNvPr>
              <p:cNvCxnSpPr>
                <a:cxnSpLocks/>
                <a:stCxn id="573" idx="0"/>
                <a:endCxn id="565" idx="2"/>
              </p:cNvCxnSpPr>
              <p:nvPr/>
            </p:nvCxnSpPr>
            <p:spPr>
              <a:xfrm flipV="1">
                <a:off x="8005737" y="9254642"/>
                <a:ext cx="498373" cy="536001"/>
              </a:xfrm>
              <a:prstGeom prst="bentConnector3">
                <a:avLst>
                  <a:gd name="adj1" fmla="val 38991"/>
                </a:avLst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53BA436F-9E5C-9A4E-BCB6-0299D7E277FA}"/>
                </a:ext>
              </a:extLst>
            </p:cNvPr>
            <p:cNvSpPr/>
            <p:nvPr/>
          </p:nvSpPr>
          <p:spPr>
            <a:xfrm>
              <a:off x="6718810" y="11060064"/>
              <a:ext cx="6250206" cy="54000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200" b="1" dirty="0">
                  <a:solidFill>
                    <a:srgbClr val="4C2209"/>
                  </a:solidFill>
                </a:rPr>
                <a:t>Factorizer Block</a:t>
              </a:r>
              <a:endParaRPr lang="en-US" sz="2200" dirty="0">
                <a:solidFill>
                  <a:srgbClr val="4C220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1857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Rectangle 726">
            <a:extLst>
              <a:ext uri="{FF2B5EF4-FFF2-40B4-BE49-F238E27FC236}">
                <a16:creationId xmlns:a16="http://schemas.microsoft.com/office/drawing/2014/main" id="{878AED41-CA07-A24F-A240-46183697BFF2}"/>
              </a:ext>
            </a:extLst>
          </p:cNvPr>
          <p:cNvSpPr/>
          <p:nvPr/>
        </p:nvSpPr>
        <p:spPr>
          <a:xfrm>
            <a:off x="18834041" y="11664595"/>
            <a:ext cx="1242769" cy="3278471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8" name="TextBox 727">
                <a:extLst>
                  <a:ext uri="{FF2B5EF4-FFF2-40B4-BE49-F238E27FC236}">
                    <a16:creationId xmlns:a16="http://schemas.microsoft.com/office/drawing/2014/main" id="{FB88D2A1-30D9-104D-BAD4-85915209D42F}"/>
                  </a:ext>
                </a:extLst>
              </p:cNvPr>
              <p:cNvSpPr txBox="1"/>
              <p:nvPr/>
            </p:nvSpPr>
            <p:spPr>
              <a:xfrm>
                <a:off x="18793899" y="11664593"/>
                <a:ext cx="6577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BE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BE" sz="2200" dirty="0"/>
              </a:p>
            </p:txBody>
          </p:sp>
        </mc:Choice>
        <mc:Fallback xmlns="">
          <p:sp>
            <p:nvSpPr>
              <p:cNvPr id="728" name="TextBox 727">
                <a:extLst>
                  <a:ext uri="{FF2B5EF4-FFF2-40B4-BE49-F238E27FC236}">
                    <a16:creationId xmlns:a16="http://schemas.microsoft.com/office/drawing/2014/main" id="{FB88D2A1-30D9-104D-BAD4-85915209D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3899" y="11664593"/>
                <a:ext cx="657700" cy="430887"/>
              </a:xfrm>
              <a:prstGeom prst="rect">
                <a:avLst/>
              </a:prstGeom>
              <a:blipFill>
                <a:blip r:embed="rId8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9" name="Picture 58">
            <a:extLst>
              <a:ext uri="{FF2B5EF4-FFF2-40B4-BE49-F238E27FC236}">
                <a16:creationId xmlns:a16="http://schemas.microsoft.com/office/drawing/2014/main" id="{8A35B183-1CC8-FC45-9384-AAFB8090684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943800" y="7881582"/>
            <a:ext cx="1798564" cy="2160000"/>
          </a:xfrm>
          <a:prstGeom prst="rect">
            <a:avLst/>
          </a:prstGeom>
        </p:spPr>
      </p:pic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72453F7-279A-D443-A624-99146ED233B6}"/>
              </a:ext>
            </a:extLst>
          </p:cNvPr>
          <p:cNvCxnSpPr>
            <a:cxnSpLocks/>
            <a:stCxn id="59" idx="3"/>
            <a:endCxn id="356" idx="1"/>
          </p:cNvCxnSpPr>
          <p:nvPr/>
        </p:nvCxnSpPr>
        <p:spPr>
          <a:xfrm>
            <a:off x="16742369" y="8961582"/>
            <a:ext cx="29242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B2C51347-D906-E343-8DFA-341AF676D259}"/>
              </a:ext>
            </a:extLst>
          </p:cNvPr>
          <p:cNvSpPr/>
          <p:nvPr/>
        </p:nvSpPr>
        <p:spPr>
          <a:xfrm>
            <a:off x="17939218" y="7881582"/>
            <a:ext cx="612000" cy="21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chemeClr val="accent1">
                    <a:lumMod val="50000"/>
                  </a:schemeClr>
                </a:solidFill>
              </a:rPr>
              <a:t>Encoder Block 1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05DA7D3-4E73-9245-8457-AB76680D00D4}"/>
              </a:ext>
            </a:extLst>
          </p:cNvPr>
          <p:cNvCxnSpPr>
            <a:cxnSpLocks/>
            <a:stCxn id="46" idx="0"/>
            <a:endCxn id="647" idx="0"/>
          </p:cNvCxnSpPr>
          <p:nvPr/>
        </p:nvCxnSpPr>
        <p:spPr>
          <a:xfrm rot="5400000" flipH="1" flipV="1">
            <a:off x="21859213" y="4267587"/>
            <a:ext cx="12700" cy="7227990"/>
          </a:xfrm>
          <a:prstGeom prst="bentConnector3">
            <a:avLst>
              <a:gd name="adj1" fmla="val 8873685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8E34BCE-AA7B-4A45-8568-1E43D3096AD6}"/>
              </a:ext>
            </a:extLst>
          </p:cNvPr>
          <p:cNvCxnSpPr>
            <a:cxnSpLocks/>
            <a:stCxn id="46" idx="3"/>
            <a:endCxn id="514" idx="1"/>
          </p:cNvCxnSpPr>
          <p:nvPr/>
        </p:nvCxnSpPr>
        <p:spPr>
          <a:xfrm>
            <a:off x="18551218" y="8961582"/>
            <a:ext cx="28871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Rectangle 355">
            <a:extLst>
              <a:ext uri="{FF2B5EF4-FFF2-40B4-BE49-F238E27FC236}">
                <a16:creationId xmlns:a16="http://schemas.microsoft.com/office/drawing/2014/main" id="{1B57448A-07C1-8741-85DA-D2D9ECE917CB}"/>
              </a:ext>
            </a:extLst>
          </p:cNvPr>
          <p:cNvSpPr/>
          <p:nvPr/>
        </p:nvSpPr>
        <p:spPr>
          <a:xfrm>
            <a:off x="17034791" y="7881582"/>
            <a:ext cx="612000" cy="21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chemeClr val="tx1"/>
                </a:solidFill>
              </a:rPr>
              <a:t>Stem Block</a:t>
            </a:r>
          </a:p>
        </p:txBody>
      </p:sp>
      <p:cxnSp>
        <p:nvCxnSpPr>
          <p:cNvPr id="370" name="Straight Arrow Connector 369">
            <a:extLst>
              <a:ext uri="{FF2B5EF4-FFF2-40B4-BE49-F238E27FC236}">
                <a16:creationId xmlns:a16="http://schemas.microsoft.com/office/drawing/2014/main" id="{246A74FA-42D9-2245-B277-C59368F4B11A}"/>
              </a:ext>
            </a:extLst>
          </p:cNvPr>
          <p:cNvCxnSpPr>
            <a:cxnSpLocks/>
            <a:stCxn id="356" idx="3"/>
            <a:endCxn id="46" idx="1"/>
          </p:cNvCxnSpPr>
          <p:nvPr/>
        </p:nvCxnSpPr>
        <p:spPr>
          <a:xfrm>
            <a:off x="17646796" y="8961582"/>
            <a:ext cx="29242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Rectangle 513">
            <a:extLst>
              <a:ext uri="{FF2B5EF4-FFF2-40B4-BE49-F238E27FC236}">
                <a16:creationId xmlns:a16="http://schemas.microsoft.com/office/drawing/2014/main" id="{859B1D94-167A-8C45-AD05-4561DD4AE669}"/>
              </a:ext>
            </a:extLst>
          </p:cNvPr>
          <p:cNvSpPr/>
          <p:nvPr/>
        </p:nvSpPr>
        <p:spPr>
          <a:xfrm>
            <a:off x="18839932" y="7881582"/>
            <a:ext cx="612000" cy="21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chemeClr val="accent1">
                    <a:lumMod val="50000"/>
                  </a:schemeClr>
                </a:solidFill>
              </a:rPr>
              <a:t>Encoder Block 2</a:t>
            </a:r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FD467C18-01E5-8F40-9BE0-35247344F378}"/>
              </a:ext>
            </a:extLst>
          </p:cNvPr>
          <p:cNvSpPr/>
          <p:nvPr/>
        </p:nvSpPr>
        <p:spPr>
          <a:xfrm>
            <a:off x="19740646" y="7881582"/>
            <a:ext cx="612000" cy="21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chemeClr val="accent1">
                    <a:lumMod val="50000"/>
                  </a:schemeClr>
                </a:solidFill>
              </a:rPr>
              <a:t>Encoder Block 3</a:t>
            </a:r>
          </a:p>
        </p:txBody>
      </p:sp>
      <p:cxnSp>
        <p:nvCxnSpPr>
          <p:cNvPr id="525" name="Straight Arrow Connector 524">
            <a:extLst>
              <a:ext uri="{FF2B5EF4-FFF2-40B4-BE49-F238E27FC236}">
                <a16:creationId xmlns:a16="http://schemas.microsoft.com/office/drawing/2014/main" id="{AE9FCF23-8FE2-034D-9111-D4D8050EC14B}"/>
              </a:ext>
            </a:extLst>
          </p:cNvPr>
          <p:cNvCxnSpPr>
            <a:cxnSpLocks/>
            <a:stCxn id="514" idx="3"/>
            <a:endCxn id="515" idx="1"/>
          </p:cNvCxnSpPr>
          <p:nvPr/>
        </p:nvCxnSpPr>
        <p:spPr>
          <a:xfrm>
            <a:off x="19451932" y="8961582"/>
            <a:ext cx="28871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8" name="Picture 627">
            <a:extLst>
              <a:ext uri="{FF2B5EF4-FFF2-40B4-BE49-F238E27FC236}">
                <a16:creationId xmlns:a16="http://schemas.microsoft.com/office/drawing/2014/main" id="{233AD9F5-50F6-DD44-8440-5502635892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76062" y="8048006"/>
            <a:ext cx="1383170" cy="1827152"/>
          </a:xfrm>
          <a:prstGeom prst="rect">
            <a:avLst/>
          </a:prstGeom>
        </p:spPr>
      </p:pic>
      <p:sp>
        <p:nvSpPr>
          <p:cNvPr id="642" name="Rectangle 641">
            <a:extLst>
              <a:ext uri="{FF2B5EF4-FFF2-40B4-BE49-F238E27FC236}">
                <a16:creationId xmlns:a16="http://schemas.microsoft.com/office/drawing/2014/main" id="{F4E3C08D-4C1E-C64B-A073-059E267FEC89}"/>
              </a:ext>
            </a:extLst>
          </p:cNvPr>
          <p:cNvSpPr/>
          <p:nvPr/>
        </p:nvSpPr>
        <p:spPr>
          <a:xfrm>
            <a:off x="20645073" y="7881582"/>
            <a:ext cx="612000" cy="21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chemeClr val="accent1">
                    <a:lumMod val="50000"/>
                  </a:schemeClr>
                </a:solidFill>
              </a:rPr>
              <a:t>Encoder Block 4</a:t>
            </a:r>
          </a:p>
        </p:txBody>
      </p:sp>
      <p:sp>
        <p:nvSpPr>
          <p:cNvPr id="643" name="Rectangle 642">
            <a:extLst>
              <a:ext uri="{FF2B5EF4-FFF2-40B4-BE49-F238E27FC236}">
                <a16:creationId xmlns:a16="http://schemas.microsoft.com/office/drawing/2014/main" id="{C05C80F9-7244-A646-887F-9289CC507475}"/>
              </a:ext>
            </a:extLst>
          </p:cNvPr>
          <p:cNvSpPr/>
          <p:nvPr/>
        </p:nvSpPr>
        <p:spPr>
          <a:xfrm>
            <a:off x="21549500" y="7881582"/>
            <a:ext cx="612000" cy="21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chemeClr val="accent1">
                    <a:lumMod val="50000"/>
                  </a:schemeClr>
                </a:solidFill>
              </a:rPr>
              <a:t>Bridge Block</a:t>
            </a:r>
          </a:p>
        </p:txBody>
      </p:sp>
      <p:sp>
        <p:nvSpPr>
          <p:cNvPr id="644" name="Rectangle 643">
            <a:extLst>
              <a:ext uri="{FF2B5EF4-FFF2-40B4-BE49-F238E27FC236}">
                <a16:creationId xmlns:a16="http://schemas.microsoft.com/office/drawing/2014/main" id="{9944D17F-830E-8447-BF24-45A926063FD3}"/>
              </a:ext>
            </a:extLst>
          </p:cNvPr>
          <p:cNvSpPr/>
          <p:nvPr/>
        </p:nvSpPr>
        <p:spPr>
          <a:xfrm>
            <a:off x="22453927" y="7881582"/>
            <a:ext cx="612000" cy="21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chemeClr val="accent1">
                    <a:lumMod val="50000"/>
                  </a:schemeClr>
                </a:solidFill>
              </a:rPr>
              <a:t>Decoder Block 1</a:t>
            </a:r>
          </a:p>
        </p:txBody>
      </p:sp>
      <p:sp>
        <p:nvSpPr>
          <p:cNvPr id="645" name="Rectangle 644">
            <a:extLst>
              <a:ext uri="{FF2B5EF4-FFF2-40B4-BE49-F238E27FC236}">
                <a16:creationId xmlns:a16="http://schemas.microsoft.com/office/drawing/2014/main" id="{5EA0C660-611E-4943-A0FA-6AE1AA8F778A}"/>
              </a:ext>
            </a:extLst>
          </p:cNvPr>
          <p:cNvSpPr/>
          <p:nvPr/>
        </p:nvSpPr>
        <p:spPr>
          <a:xfrm>
            <a:off x="23358354" y="7881582"/>
            <a:ext cx="612000" cy="21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chemeClr val="accent1">
                    <a:lumMod val="50000"/>
                  </a:schemeClr>
                </a:solidFill>
              </a:rPr>
              <a:t>Decoder Block 2</a:t>
            </a:r>
          </a:p>
        </p:txBody>
      </p:sp>
      <p:sp>
        <p:nvSpPr>
          <p:cNvPr id="646" name="Rectangle 645">
            <a:extLst>
              <a:ext uri="{FF2B5EF4-FFF2-40B4-BE49-F238E27FC236}">
                <a16:creationId xmlns:a16="http://schemas.microsoft.com/office/drawing/2014/main" id="{4BAA9B27-94E3-E747-90FD-E1B570F3B2F1}"/>
              </a:ext>
            </a:extLst>
          </p:cNvPr>
          <p:cNvSpPr/>
          <p:nvPr/>
        </p:nvSpPr>
        <p:spPr>
          <a:xfrm>
            <a:off x="24262781" y="7881582"/>
            <a:ext cx="612000" cy="21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chemeClr val="accent1">
                    <a:lumMod val="50000"/>
                  </a:schemeClr>
                </a:solidFill>
              </a:rPr>
              <a:t>Decoder Block 3</a:t>
            </a:r>
          </a:p>
        </p:txBody>
      </p:sp>
      <p:sp>
        <p:nvSpPr>
          <p:cNvPr id="647" name="Rectangle 646">
            <a:extLst>
              <a:ext uri="{FF2B5EF4-FFF2-40B4-BE49-F238E27FC236}">
                <a16:creationId xmlns:a16="http://schemas.microsoft.com/office/drawing/2014/main" id="{4A3F269B-6CDC-BF43-9FB6-B3D617225872}"/>
              </a:ext>
            </a:extLst>
          </p:cNvPr>
          <p:cNvSpPr/>
          <p:nvPr/>
        </p:nvSpPr>
        <p:spPr>
          <a:xfrm>
            <a:off x="25167208" y="7881582"/>
            <a:ext cx="612000" cy="21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chemeClr val="accent1">
                    <a:lumMod val="50000"/>
                  </a:schemeClr>
                </a:solidFill>
              </a:rPr>
              <a:t>Decoder Block 4</a:t>
            </a:r>
          </a:p>
        </p:txBody>
      </p:sp>
      <p:sp>
        <p:nvSpPr>
          <p:cNvPr id="648" name="Rectangle 647">
            <a:extLst>
              <a:ext uri="{FF2B5EF4-FFF2-40B4-BE49-F238E27FC236}">
                <a16:creationId xmlns:a16="http://schemas.microsoft.com/office/drawing/2014/main" id="{3B6190CF-0671-D54B-A9FA-46998718D2F5}"/>
              </a:ext>
            </a:extLst>
          </p:cNvPr>
          <p:cNvSpPr/>
          <p:nvPr/>
        </p:nvSpPr>
        <p:spPr>
          <a:xfrm>
            <a:off x="26071635" y="7881582"/>
            <a:ext cx="612000" cy="2160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5400">
            <a:solidFill>
              <a:srgbClr val="643705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rgbClr val="643705"/>
                </a:solidFill>
              </a:rPr>
              <a:t>Head Block</a:t>
            </a:r>
          </a:p>
        </p:txBody>
      </p:sp>
      <p:cxnSp>
        <p:nvCxnSpPr>
          <p:cNvPr id="651" name="Elbow Connector 650">
            <a:extLst>
              <a:ext uri="{FF2B5EF4-FFF2-40B4-BE49-F238E27FC236}">
                <a16:creationId xmlns:a16="http://schemas.microsoft.com/office/drawing/2014/main" id="{88943811-EEE0-D840-85A4-70F39692D19A}"/>
              </a:ext>
            </a:extLst>
          </p:cNvPr>
          <p:cNvCxnSpPr>
            <a:cxnSpLocks/>
            <a:stCxn id="514" idx="0"/>
            <a:endCxn id="646" idx="0"/>
          </p:cNvCxnSpPr>
          <p:nvPr/>
        </p:nvCxnSpPr>
        <p:spPr>
          <a:xfrm rot="5400000" flipH="1" flipV="1">
            <a:off x="21857356" y="5170161"/>
            <a:ext cx="12700" cy="5422849"/>
          </a:xfrm>
          <a:prstGeom prst="bentConnector3">
            <a:avLst>
              <a:gd name="adj1" fmla="val 6726291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" name="Elbow Connector 654">
            <a:extLst>
              <a:ext uri="{FF2B5EF4-FFF2-40B4-BE49-F238E27FC236}">
                <a16:creationId xmlns:a16="http://schemas.microsoft.com/office/drawing/2014/main" id="{8F3B8156-55D1-3145-908A-5C9239504E64}"/>
              </a:ext>
            </a:extLst>
          </p:cNvPr>
          <p:cNvCxnSpPr>
            <a:cxnSpLocks/>
            <a:stCxn id="515" idx="0"/>
            <a:endCxn id="645" idx="0"/>
          </p:cNvCxnSpPr>
          <p:nvPr/>
        </p:nvCxnSpPr>
        <p:spPr>
          <a:xfrm rot="5400000" flipH="1" flipV="1">
            <a:off x="21855500" y="6072728"/>
            <a:ext cx="12700" cy="3617708"/>
          </a:xfrm>
          <a:prstGeom prst="bentConnector3">
            <a:avLst>
              <a:gd name="adj1" fmla="val 470526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9" name="Elbow Connector 658">
            <a:extLst>
              <a:ext uri="{FF2B5EF4-FFF2-40B4-BE49-F238E27FC236}">
                <a16:creationId xmlns:a16="http://schemas.microsoft.com/office/drawing/2014/main" id="{2A571503-21A1-E24F-928B-047FC6AF6C93}"/>
              </a:ext>
            </a:extLst>
          </p:cNvPr>
          <p:cNvCxnSpPr>
            <a:cxnSpLocks/>
            <a:stCxn id="642" idx="0"/>
            <a:endCxn id="644" idx="0"/>
          </p:cNvCxnSpPr>
          <p:nvPr/>
        </p:nvCxnSpPr>
        <p:spPr>
          <a:xfrm rot="5400000" flipH="1" flipV="1">
            <a:off x="21855500" y="6977155"/>
            <a:ext cx="12700" cy="1808854"/>
          </a:xfrm>
          <a:prstGeom prst="bentConnector3">
            <a:avLst>
              <a:gd name="adj1" fmla="val 2684213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6" name="Straight Arrow Connector 665">
            <a:extLst>
              <a:ext uri="{FF2B5EF4-FFF2-40B4-BE49-F238E27FC236}">
                <a16:creationId xmlns:a16="http://schemas.microsoft.com/office/drawing/2014/main" id="{09FC874E-5124-4844-A346-CE4B8B1CC5C9}"/>
              </a:ext>
            </a:extLst>
          </p:cNvPr>
          <p:cNvCxnSpPr>
            <a:cxnSpLocks/>
          </p:cNvCxnSpPr>
          <p:nvPr/>
        </p:nvCxnSpPr>
        <p:spPr>
          <a:xfrm>
            <a:off x="20352646" y="8930190"/>
            <a:ext cx="28871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7" name="Straight Arrow Connector 666">
            <a:extLst>
              <a:ext uri="{FF2B5EF4-FFF2-40B4-BE49-F238E27FC236}">
                <a16:creationId xmlns:a16="http://schemas.microsoft.com/office/drawing/2014/main" id="{2D16214E-21F1-974D-AC00-D0C5B7A01FB3}"/>
              </a:ext>
            </a:extLst>
          </p:cNvPr>
          <p:cNvCxnSpPr>
            <a:cxnSpLocks/>
          </p:cNvCxnSpPr>
          <p:nvPr/>
        </p:nvCxnSpPr>
        <p:spPr>
          <a:xfrm>
            <a:off x="22161505" y="8961582"/>
            <a:ext cx="29242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8" name="Straight Arrow Connector 667">
            <a:extLst>
              <a:ext uri="{FF2B5EF4-FFF2-40B4-BE49-F238E27FC236}">
                <a16:creationId xmlns:a16="http://schemas.microsoft.com/office/drawing/2014/main" id="{5799F9A8-86B4-9F4E-8ACF-4DF4441CAA3F}"/>
              </a:ext>
            </a:extLst>
          </p:cNvPr>
          <p:cNvCxnSpPr>
            <a:cxnSpLocks/>
            <a:stCxn id="646" idx="3"/>
            <a:endCxn id="647" idx="1"/>
          </p:cNvCxnSpPr>
          <p:nvPr/>
        </p:nvCxnSpPr>
        <p:spPr>
          <a:xfrm>
            <a:off x="24874786" y="8961582"/>
            <a:ext cx="29242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9" name="Straight Arrow Connector 668">
            <a:extLst>
              <a:ext uri="{FF2B5EF4-FFF2-40B4-BE49-F238E27FC236}">
                <a16:creationId xmlns:a16="http://schemas.microsoft.com/office/drawing/2014/main" id="{D6A940E5-0BF5-644B-A6CB-05993354E801}"/>
              </a:ext>
            </a:extLst>
          </p:cNvPr>
          <p:cNvCxnSpPr>
            <a:cxnSpLocks/>
            <a:stCxn id="642" idx="3"/>
            <a:endCxn id="643" idx="1"/>
          </p:cNvCxnSpPr>
          <p:nvPr/>
        </p:nvCxnSpPr>
        <p:spPr>
          <a:xfrm>
            <a:off x="21257078" y="8961582"/>
            <a:ext cx="29242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3" name="Straight Arrow Connector 672">
            <a:extLst>
              <a:ext uri="{FF2B5EF4-FFF2-40B4-BE49-F238E27FC236}">
                <a16:creationId xmlns:a16="http://schemas.microsoft.com/office/drawing/2014/main" id="{15A8028B-499D-5340-8B8A-8A5AE11894C6}"/>
              </a:ext>
            </a:extLst>
          </p:cNvPr>
          <p:cNvCxnSpPr>
            <a:cxnSpLocks/>
            <a:stCxn id="644" idx="3"/>
            <a:endCxn id="645" idx="1"/>
          </p:cNvCxnSpPr>
          <p:nvPr/>
        </p:nvCxnSpPr>
        <p:spPr>
          <a:xfrm>
            <a:off x="23065932" y="8961582"/>
            <a:ext cx="29242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4" name="Straight Arrow Connector 673">
            <a:extLst>
              <a:ext uri="{FF2B5EF4-FFF2-40B4-BE49-F238E27FC236}">
                <a16:creationId xmlns:a16="http://schemas.microsoft.com/office/drawing/2014/main" id="{E5655F32-F02E-FD41-B22F-D8C995F0F8A8}"/>
              </a:ext>
            </a:extLst>
          </p:cNvPr>
          <p:cNvCxnSpPr>
            <a:cxnSpLocks/>
            <a:stCxn id="645" idx="3"/>
            <a:endCxn id="646" idx="1"/>
          </p:cNvCxnSpPr>
          <p:nvPr/>
        </p:nvCxnSpPr>
        <p:spPr>
          <a:xfrm>
            <a:off x="23970359" y="8961582"/>
            <a:ext cx="29242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5" name="Straight Arrow Connector 674">
            <a:extLst>
              <a:ext uri="{FF2B5EF4-FFF2-40B4-BE49-F238E27FC236}">
                <a16:creationId xmlns:a16="http://schemas.microsoft.com/office/drawing/2014/main" id="{298FB3FE-67A1-5444-84BF-3BC741956114}"/>
              </a:ext>
            </a:extLst>
          </p:cNvPr>
          <p:cNvCxnSpPr>
            <a:cxnSpLocks/>
            <a:stCxn id="647" idx="3"/>
            <a:endCxn id="648" idx="1"/>
          </p:cNvCxnSpPr>
          <p:nvPr/>
        </p:nvCxnSpPr>
        <p:spPr>
          <a:xfrm>
            <a:off x="25779213" y="8961582"/>
            <a:ext cx="29242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5" name="Straight Arrow Connector 694">
            <a:extLst>
              <a:ext uri="{FF2B5EF4-FFF2-40B4-BE49-F238E27FC236}">
                <a16:creationId xmlns:a16="http://schemas.microsoft.com/office/drawing/2014/main" id="{C722BE6E-663E-214D-AEB2-D573CAD986CA}"/>
              </a:ext>
            </a:extLst>
          </p:cNvPr>
          <p:cNvCxnSpPr>
            <a:cxnSpLocks/>
            <a:stCxn id="648" idx="3"/>
            <a:endCxn id="628" idx="1"/>
          </p:cNvCxnSpPr>
          <p:nvPr/>
        </p:nvCxnSpPr>
        <p:spPr>
          <a:xfrm>
            <a:off x="26683640" y="8961582"/>
            <a:ext cx="29242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8" name="Straight Arrow Connector 697">
            <a:extLst>
              <a:ext uri="{FF2B5EF4-FFF2-40B4-BE49-F238E27FC236}">
                <a16:creationId xmlns:a16="http://schemas.microsoft.com/office/drawing/2014/main" id="{AF63471C-7D80-A340-BE50-71C006959DA6}"/>
              </a:ext>
            </a:extLst>
          </p:cNvPr>
          <p:cNvCxnSpPr>
            <a:cxnSpLocks/>
            <a:stCxn id="709" idx="3"/>
            <a:endCxn id="705" idx="1"/>
          </p:cNvCxnSpPr>
          <p:nvPr/>
        </p:nvCxnSpPr>
        <p:spPr>
          <a:xfrm flipH="1">
            <a:off x="17281099" y="10021833"/>
            <a:ext cx="1535808" cy="1346187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0" name="Rectangle 699">
            <a:extLst>
              <a:ext uri="{FF2B5EF4-FFF2-40B4-BE49-F238E27FC236}">
                <a16:creationId xmlns:a16="http://schemas.microsoft.com/office/drawing/2014/main" id="{06A33A02-6DE6-0C43-A7F8-E60B709CD3FE}"/>
              </a:ext>
            </a:extLst>
          </p:cNvPr>
          <p:cNvSpPr/>
          <p:nvPr/>
        </p:nvSpPr>
        <p:spPr>
          <a:xfrm>
            <a:off x="19199868" y="12304654"/>
            <a:ext cx="612000" cy="2160000"/>
          </a:xfrm>
          <a:prstGeom prst="rect">
            <a:avLst/>
          </a:prstGeom>
          <a:solidFill>
            <a:srgbClr val="00FDFF">
              <a:alpha val="20000"/>
            </a:srgbClr>
          </a:solidFill>
          <a:ln w="25400">
            <a:solidFill>
              <a:srgbClr val="0B3E3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rgbClr val="0B3E3E"/>
                </a:solidFill>
              </a:rPr>
              <a:t>Subblock</a:t>
            </a:r>
          </a:p>
        </p:txBody>
      </p:sp>
      <p:sp>
        <p:nvSpPr>
          <p:cNvPr id="701" name="Rectangle 700">
            <a:extLst>
              <a:ext uri="{FF2B5EF4-FFF2-40B4-BE49-F238E27FC236}">
                <a16:creationId xmlns:a16="http://schemas.microsoft.com/office/drawing/2014/main" id="{48A284E6-B77E-4346-8911-DFB494A80692}"/>
              </a:ext>
            </a:extLst>
          </p:cNvPr>
          <p:cNvSpPr/>
          <p:nvPr/>
        </p:nvSpPr>
        <p:spPr>
          <a:xfrm>
            <a:off x="17850384" y="12304654"/>
            <a:ext cx="720000" cy="21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rgbClr val="71330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rgbClr val="71330C"/>
                </a:solidFill>
              </a:rPr>
              <a:t>Downsample</a:t>
            </a:r>
          </a:p>
          <a:p>
            <a:pPr algn="ctr"/>
            <a:r>
              <a:rPr lang="en-BE" sz="2200" b="1" dirty="0">
                <a:solidFill>
                  <a:srgbClr val="71330C"/>
                </a:solidFill>
              </a:rPr>
              <a:t>(stride = 2)</a:t>
            </a:r>
          </a:p>
        </p:txBody>
      </p:sp>
      <p:cxnSp>
        <p:nvCxnSpPr>
          <p:cNvPr id="702" name="Straight Arrow Connector 701">
            <a:extLst>
              <a:ext uri="{FF2B5EF4-FFF2-40B4-BE49-F238E27FC236}">
                <a16:creationId xmlns:a16="http://schemas.microsoft.com/office/drawing/2014/main" id="{39E7AFBB-E7E8-F949-A81D-9DF68EC07447}"/>
              </a:ext>
            </a:extLst>
          </p:cNvPr>
          <p:cNvCxnSpPr>
            <a:cxnSpLocks/>
            <a:stCxn id="701" idx="3"/>
            <a:endCxn id="700" idx="1"/>
          </p:cNvCxnSpPr>
          <p:nvPr/>
        </p:nvCxnSpPr>
        <p:spPr>
          <a:xfrm>
            <a:off x="18570384" y="13384654"/>
            <a:ext cx="62948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3" name="Straight Arrow Connector 702">
            <a:extLst>
              <a:ext uri="{FF2B5EF4-FFF2-40B4-BE49-F238E27FC236}">
                <a16:creationId xmlns:a16="http://schemas.microsoft.com/office/drawing/2014/main" id="{3433DF8A-D2A5-4341-AF8A-574450673769}"/>
              </a:ext>
            </a:extLst>
          </p:cNvPr>
          <p:cNvCxnSpPr>
            <a:cxnSpLocks/>
            <a:endCxn id="701" idx="1"/>
          </p:cNvCxnSpPr>
          <p:nvPr/>
        </p:nvCxnSpPr>
        <p:spPr>
          <a:xfrm>
            <a:off x="17480444" y="13384654"/>
            <a:ext cx="36994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4" name="Straight Arrow Connector 703">
            <a:extLst>
              <a:ext uri="{FF2B5EF4-FFF2-40B4-BE49-F238E27FC236}">
                <a16:creationId xmlns:a16="http://schemas.microsoft.com/office/drawing/2014/main" id="{B517FC0C-D841-B844-A29D-5C1032357111}"/>
              </a:ext>
            </a:extLst>
          </p:cNvPr>
          <p:cNvCxnSpPr>
            <a:cxnSpLocks/>
            <a:stCxn id="700" idx="3"/>
          </p:cNvCxnSpPr>
          <p:nvPr/>
        </p:nvCxnSpPr>
        <p:spPr>
          <a:xfrm>
            <a:off x="19811868" y="13384654"/>
            <a:ext cx="54077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5" name="Process 188">
            <a:extLst>
              <a:ext uri="{FF2B5EF4-FFF2-40B4-BE49-F238E27FC236}">
                <a16:creationId xmlns:a16="http://schemas.microsoft.com/office/drawing/2014/main" id="{479444D9-4FDE-F449-AB7B-E21A567FCD3E}"/>
              </a:ext>
            </a:extLst>
          </p:cNvPr>
          <p:cNvSpPr/>
          <p:nvPr/>
        </p:nvSpPr>
        <p:spPr>
          <a:xfrm>
            <a:off x="17269414" y="11329415"/>
            <a:ext cx="3247701" cy="3898836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6 w 10000"/>
              <a:gd name="connsiteY1" fmla="*/ 9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36" y="99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cxnSp>
        <p:nvCxnSpPr>
          <p:cNvPr id="706" name="Straight Arrow Connector 705">
            <a:extLst>
              <a:ext uri="{FF2B5EF4-FFF2-40B4-BE49-F238E27FC236}">
                <a16:creationId xmlns:a16="http://schemas.microsoft.com/office/drawing/2014/main" id="{3E890E4E-F2F1-6C44-9CED-57725B123436}"/>
              </a:ext>
            </a:extLst>
          </p:cNvPr>
          <p:cNvCxnSpPr>
            <a:cxnSpLocks/>
            <a:stCxn id="710" idx="4"/>
            <a:endCxn id="705" idx="2"/>
          </p:cNvCxnSpPr>
          <p:nvPr/>
        </p:nvCxnSpPr>
        <p:spPr>
          <a:xfrm>
            <a:off x="19428502" y="10032727"/>
            <a:ext cx="1088606" cy="1296695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7" name="Straight Arrow Connector 706">
            <a:extLst>
              <a:ext uri="{FF2B5EF4-FFF2-40B4-BE49-F238E27FC236}">
                <a16:creationId xmlns:a16="http://schemas.microsoft.com/office/drawing/2014/main" id="{C2D453A7-963E-2840-91B9-2A616D4EE5F0}"/>
              </a:ext>
            </a:extLst>
          </p:cNvPr>
          <p:cNvCxnSpPr>
            <a:cxnSpLocks/>
            <a:stCxn id="711" idx="3"/>
            <a:endCxn id="705" idx="1"/>
          </p:cNvCxnSpPr>
          <p:nvPr/>
        </p:nvCxnSpPr>
        <p:spPr>
          <a:xfrm flipH="1">
            <a:off x="17281106" y="10038291"/>
            <a:ext cx="4262955" cy="1329729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8" name="Straight Arrow Connector 707">
            <a:extLst>
              <a:ext uri="{FF2B5EF4-FFF2-40B4-BE49-F238E27FC236}">
                <a16:creationId xmlns:a16="http://schemas.microsoft.com/office/drawing/2014/main" id="{415ACCF5-3627-2341-94FF-421CEB0F44F6}"/>
              </a:ext>
            </a:extLst>
          </p:cNvPr>
          <p:cNvCxnSpPr>
            <a:cxnSpLocks/>
            <a:stCxn id="712" idx="4"/>
            <a:endCxn id="705" idx="2"/>
          </p:cNvCxnSpPr>
          <p:nvPr/>
        </p:nvCxnSpPr>
        <p:spPr>
          <a:xfrm flipH="1">
            <a:off x="20517115" y="10045859"/>
            <a:ext cx="1644121" cy="1283563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9" name="Oval 708">
            <a:extLst>
              <a:ext uri="{FF2B5EF4-FFF2-40B4-BE49-F238E27FC236}">
                <a16:creationId xmlns:a16="http://schemas.microsoft.com/office/drawing/2014/main" id="{C00B858C-88E4-994B-B3ED-87C3F728E798}"/>
              </a:ext>
            </a:extLst>
          </p:cNvPr>
          <p:cNvSpPr/>
          <p:nvPr/>
        </p:nvSpPr>
        <p:spPr>
          <a:xfrm>
            <a:off x="18816907" y="10021825"/>
            <a:ext cx="0" cy="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710" name="Oval 709">
            <a:extLst>
              <a:ext uri="{FF2B5EF4-FFF2-40B4-BE49-F238E27FC236}">
                <a16:creationId xmlns:a16="http://schemas.microsoft.com/office/drawing/2014/main" id="{88E06B1A-5895-CA41-9FFC-BE3048A69C8B}"/>
              </a:ext>
            </a:extLst>
          </p:cNvPr>
          <p:cNvSpPr/>
          <p:nvPr/>
        </p:nvSpPr>
        <p:spPr>
          <a:xfrm>
            <a:off x="19428501" y="10032719"/>
            <a:ext cx="0" cy="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711" name="Oval 710">
            <a:extLst>
              <a:ext uri="{FF2B5EF4-FFF2-40B4-BE49-F238E27FC236}">
                <a16:creationId xmlns:a16="http://schemas.microsoft.com/office/drawing/2014/main" id="{2697FE9A-6621-334B-BDDD-BD3793FF9067}"/>
              </a:ext>
            </a:extLst>
          </p:cNvPr>
          <p:cNvSpPr/>
          <p:nvPr/>
        </p:nvSpPr>
        <p:spPr>
          <a:xfrm>
            <a:off x="21544054" y="10038283"/>
            <a:ext cx="0" cy="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712" name="Oval 711">
            <a:extLst>
              <a:ext uri="{FF2B5EF4-FFF2-40B4-BE49-F238E27FC236}">
                <a16:creationId xmlns:a16="http://schemas.microsoft.com/office/drawing/2014/main" id="{EF7BC273-34CA-FC4F-AD66-570CA5E209F5}"/>
              </a:ext>
            </a:extLst>
          </p:cNvPr>
          <p:cNvSpPr/>
          <p:nvPr/>
        </p:nvSpPr>
        <p:spPr>
          <a:xfrm>
            <a:off x="22161228" y="10045851"/>
            <a:ext cx="0" cy="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cxnSp>
        <p:nvCxnSpPr>
          <p:cNvPr id="713" name="Straight Arrow Connector 712">
            <a:extLst>
              <a:ext uri="{FF2B5EF4-FFF2-40B4-BE49-F238E27FC236}">
                <a16:creationId xmlns:a16="http://schemas.microsoft.com/office/drawing/2014/main" id="{82D3319A-EF6A-7042-BAC0-090E1258009F}"/>
              </a:ext>
            </a:extLst>
          </p:cNvPr>
          <p:cNvCxnSpPr>
            <a:cxnSpLocks/>
            <a:stCxn id="725" idx="3"/>
            <a:endCxn id="723" idx="1"/>
          </p:cNvCxnSpPr>
          <p:nvPr/>
        </p:nvCxnSpPr>
        <p:spPr>
          <a:xfrm flipH="1">
            <a:off x="21830486" y="10042482"/>
            <a:ext cx="1505663" cy="1320607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3" name="Process 188">
            <a:extLst>
              <a:ext uri="{FF2B5EF4-FFF2-40B4-BE49-F238E27FC236}">
                <a16:creationId xmlns:a16="http://schemas.microsoft.com/office/drawing/2014/main" id="{A11A6519-504C-0842-9E1F-33A2DFEA78AB}"/>
              </a:ext>
            </a:extLst>
          </p:cNvPr>
          <p:cNvSpPr/>
          <p:nvPr/>
        </p:nvSpPr>
        <p:spPr>
          <a:xfrm>
            <a:off x="21818798" y="11324493"/>
            <a:ext cx="3247701" cy="3898837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6 w 10000"/>
              <a:gd name="connsiteY1" fmla="*/ 9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36" y="99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cxnSp>
        <p:nvCxnSpPr>
          <p:cNvPr id="724" name="Straight Arrow Connector 723">
            <a:extLst>
              <a:ext uri="{FF2B5EF4-FFF2-40B4-BE49-F238E27FC236}">
                <a16:creationId xmlns:a16="http://schemas.microsoft.com/office/drawing/2014/main" id="{49C625A6-FBD0-EC45-84C2-BDFDF2F49B8B}"/>
              </a:ext>
            </a:extLst>
          </p:cNvPr>
          <p:cNvCxnSpPr>
            <a:cxnSpLocks/>
            <a:stCxn id="726" idx="5"/>
            <a:endCxn id="723" idx="2"/>
          </p:cNvCxnSpPr>
          <p:nvPr/>
        </p:nvCxnSpPr>
        <p:spPr>
          <a:xfrm>
            <a:off x="23949864" y="10026440"/>
            <a:ext cx="1116631" cy="1298051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5" name="Oval 724">
            <a:extLst>
              <a:ext uri="{FF2B5EF4-FFF2-40B4-BE49-F238E27FC236}">
                <a16:creationId xmlns:a16="http://schemas.microsoft.com/office/drawing/2014/main" id="{46437215-F907-1040-8ACB-CB0ABB2F2547}"/>
              </a:ext>
            </a:extLst>
          </p:cNvPr>
          <p:cNvSpPr/>
          <p:nvPr/>
        </p:nvSpPr>
        <p:spPr>
          <a:xfrm>
            <a:off x="23336142" y="10042474"/>
            <a:ext cx="0" cy="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726" name="Oval 725">
            <a:extLst>
              <a:ext uri="{FF2B5EF4-FFF2-40B4-BE49-F238E27FC236}">
                <a16:creationId xmlns:a16="http://schemas.microsoft.com/office/drawing/2014/main" id="{534F0E03-8C9B-764B-8DF6-507EE3093481}"/>
              </a:ext>
            </a:extLst>
          </p:cNvPr>
          <p:cNvSpPr/>
          <p:nvPr/>
        </p:nvSpPr>
        <p:spPr>
          <a:xfrm>
            <a:off x="23949856" y="10026432"/>
            <a:ext cx="0" cy="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97476D26-0589-0F44-B553-56904F7D0350}"/>
              </a:ext>
            </a:extLst>
          </p:cNvPr>
          <p:cNvSpPr/>
          <p:nvPr/>
        </p:nvSpPr>
        <p:spPr>
          <a:xfrm>
            <a:off x="23398581" y="11513988"/>
            <a:ext cx="1222262" cy="3045815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200" dirty="0"/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09BC63EB-983A-534D-9F40-DA8A66CC23DB}"/>
              </a:ext>
            </a:extLst>
          </p:cNvPr>
          <p:cNvSpPr/>
          <p:nvPr/>
        </p:nvSpPr>
        <p:spPr>
          <a:xfrm>
            <a:off x="23750899" y="12084729"/>
            <a:ext cx="612000" cy="2160000"/>
          </a:xfrm>
          <a:prstGeom prst="rect">
            <a:avLst/>
          </a:prstGeom>
          <a:solidFill>
            <a:srgbClr val="00FDFF">
              <a:alpha val="20000"/>
            </a:srgbClr>
          </a:solidFill>
          <a:ln w="25400">
            <a:solidFill>
              <a:srgbClr val="0B3E3E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BE" sz="2200" b="1" dirty="0">
                <a:solidFill>
                  <a:srgbClr val="0B3E3E"/>
                </a:solidFill>
              </a:rPr>
              <a:t>Subblock</a:t>
            </a:r>
          </a:p>
        </p:txBody>
      </p:sp>
      <p:cxnSp>
        <p:nvCxnSpPr>
          <p:cNvPr id="828" name="Straight Arrow Connector 827">
            <a:extLst>
              <a:ext uri="{FF2B5EF4-FFF2-40B4-BE49-F238E27FC236}">
                <a16:creationId xmlns:a16="http://schemas.microsoft.com/office/drawing/2014/main" id="{3E914D94-3EAE-554C-A4D6-01EB53560E8E}"/>
              </a:ext>
            </a:extLst>
          </p:cNvPr>
          <p:cNvCxnSpPr>
            <a:cxnSpLocks/>
            <a:endCxn id="830" idx="1"/>
          </p:cNvCxnSpPr>
          <p:nvPr/>
        </p:nvCxnSpPr>
        <p:spPr>
          <a:xfrm>
            <a:off x="22000020" y="13164729"/>
            <a:ext cx="4168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9" name="Straight Arrow Connector 828">
            <a:extLst>
              <a:ext uri="{FF2B5EF4-FFF2-40B4-BE49-F238E27FC236}">
                <a16:creationId xmlns:a16="http://schemas.microsoft.com/office/drawing/2014/main" id="{D83EE6BC-CC8D-154E-8B6C-017EDDC5C405}"/>
              </a:ext>
            </a:extLst>
          </p:cNvPr>
          <p:cNvCxnSpPr>
            <a:cxnSpLocks/>
            <a:stCxn id="827" idx="3"/>
          </p:cNvCxnSpPr>
          <p:nvPr/>
        </p:nvCxnSpPr>
        <p:spPr>
          <a:xfrm>
            <a:off x="24362899" y="13164729"/>
            <a:ext cx="51188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0" name="Rectangle 829">
            <a:extLst>
              <a:ext uri="{FF2B5EF4-FFF2-40B4-BE49-F238E27FC236}">
                <a16:creationId xmlns:a16="http://schemas.microsoft.com/office/drawing/2014/main" id="{674C5C32-F0F5-F64A-8357-6C3F9A77EBBC}"/>
              </a:ext>
            </a:extLst>
          </p:cNvPr>
          <p:cNvSpPr/>
          <p:nvPr/>
        </p:nvSpPr>
        <p:spPr>
          <a:xfrm>
            <a:off x="22416824" y="12084729"/>
            <a:ext cx="720000" cy="2160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rgbClr val="71330C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200" b="1" dirty="0" err="1">
                <a:solidFill>
                  <a:srgbClr val="71330C"/>
                </a:solidFill>
              </a:rPr>
              <a:t>Upsample</a:t>
            </a:r>
            <a:endParaRPr lang="en-US" sz="2200" b="1" dirty="0">
              <a:solidFill>
                <a:srgbClr val="71330C"/>
              </a:solidFill>
            </a:endParaRPr>
          </a:p>
          <a:p>
            <a:pPr algn="ctr"/>
            <a:r>
              <a:rPr lang="en-BE" sz="2200" b="1" dirty="0">
                <a:solidFill>
                  <a:srgbClr val="71330C"/>
                </a:solidFill>
              </a:rPr>
              <a:t>(stride = 2)</a:t>
            </a:r>
          </a:p>
        </p:txBody>
      </p:sp>
      <p:sp>
        <p:nvSpPr>
          <p:cNvPr id="831" name="Connector 830">
            <a:extLst>
              <a:ext uri="{FF2B5EF4-FFF2-40B4-BE49-F238E27FC236}">
                <a16:creationId xmlns:a16="http://schemas.microsoft.com/office/drawing/2014/main" id="{BFF09890-8528-724A-947C-93EC52F0D342}"/>
              </a:ext>
            </a:extLst>
          </p:cNvPr>
          <p:cNvSpPr>
            <a:spLocks noChangeAspect="1"/>
          </p:cNvSpPr>
          <p:nvPr/>
        </p:nvSpPr>
        <p:spPr>
          <a:xfrm>
            <a:off x="22596824" y="14708739"/>
            <a:ext cx="360000" cy="360000"/>
          </a:xfrm>
          <a:prstGeom prst="flowChartConnec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200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832" name="Straight Arrow Connector 831">
            <a:extLst>
              <a:ext uri="{FF2B5EF4-FFF2-40B4-BE49-F238E27FC236}">
                <a16:creationId xmlns:a16="http://schemas.microsoft.com/office/drawing/2014/main" id="{ABDF1618-101C-814C-9108-5EA8B03A135C}"/>
              </a:ext>
            </a:extLst>
          </p:cNvPr>
          <p:cNvCxnSpPr>
            <a:cxnSpLocks/>
            <a:stCxn id="830" idx="2"/>
            <a:endCxn id="831" idx="0"/>
          </p:cNvCxnSpPr>
          <p:nvPr/>
        </p:nvCxnSpPr>
        <p:spPr>
          <a:xfrm>
            <a:off x="22776824" y="14244729"/>
            <a:ext cx="0" cy="46401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3" name="Straight Arrow Connector 832">
            <a:extLst>
              <a:ext uri="{FF2B5EF4-FFF2-40B4-BE49-F238E27FC236}">
                <a16:creationId xmlns:a16="http://schemas.microsoft.com/office/drawing/2014/main" id="{9C55BD57-ED39-4745-9990-A438F3BED729}"/>
              </a:ext>
            </a:extLst>
          </p:cNvPr>
          <p:cNvCxnSpPr>
            <a:cxnSpLocks/>
            <a:endCxn id="831" idx="2"/>
          </p:cNvCxnSpPr>
          <p:nvPr/>
        </p:nvCxnSpPr>
        <p:spPr>
          <a:xfrm>
            <a:off x="22000020" y="14888739"/>
            <a:ext cx="5968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4" name="Elbow Connector 833">
            <a:extLst>
              <a:ext uri="{FF2B5EF4-FFF2-40B4-BE49-F238E27FC236}">
                <a16:creationId xmlns:a16="http://schemas.microsoft.com/office/drawing/2014/main" id="{37628504-79DA-D44F-991F-4A2AC2BCE7F6}"/>
              </a:ext>
            </a:extLst>
          </p:cNvPr>
          <p:cNvCxnSpPr>
            <a:cxnSpLocks/>
            <a:stCxn id="831" idx="6"/>
            <a:endCxn id="827" idx="2"/>
          </p:cNvCxnSpPr>
          <p:nvPr/>
        </p:nvCxnSpPr>
        <p:spPr>
          <a:xfrm flipV="1">
            <a:off x="22956831" y="14244729"/>
            <a:ext cx="1100075" cy="644010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5" name="Straight Arrow Connector 834">
            <a:extLst>
              <a:ext uri="{FF2B5EF4-FFF2-40B4-BE49-F238E27FC236}">
                <a16:creationId xmlns:a16="http://schemas.microsoft.com/office/drawing/2014/main" id="{4F426445-2A1D-DD46-888A-452E6BA04074}"/>
              </a:ext>
            </a:extLst>
          </p:cNvPr>
          <p:cNvCxnSpPr>
            <a:cxnSpLocks/>
            <a:stCxn id="830" idx="3"/>
            <a:endCxn id="827" idx="1"/>
          </p:cNvCxnSpPr>
          <p:nvPr/>
        </p:nvCxnSpPr>
        <p:spPr>
          <a:xfrm>
            <a:off x="23136831" y="13164729"/>
            <a:ext cx="6140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0" name="TextBox 729">
                <a:extLst>
                  <a:ext uri="{FF2B5EF4-FFF2-40B4-BE49-F238E27FC236}">
                    <a16:creationId xmlns:a16="http://schemas.microsoft.com/office/drawing/2014/main" id="{C8126152-8D2D-5E4C-8799-79B158C19EA2}"/>
                  </a:ext>
                </a:extLst>
              </p:cNvPr>
              <p:cNvSpPr txBox="1"/>
              <p:nvPr/>
            </p:nvSpPr>
            <p:spPr>
              <a:xfrm>
                <a:off x="23380066" y="11513986"/>
                <a:ext cx="6577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BE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BE" sz="2200" dirty="0"/>
              </a:p>
            </p:txBody>
          </p:sp>
        </mc:Choice>
        <mc:Fallback xmlns="">
          <p:sp>
            <p:nvSpPr>
              <p:cNvPr id="730" name="TextBox 729">
                <a:extLst>
                  <a:ext uri="{FF2B5EF4-FFF2-40B4-BE49-F238E27FC236}">
                    <a16:creationId xmlns:a16="http://schemas.microsoft.com/office/drawing/2014/main" id="{C8126152-8D2D-5E4C-8799-79B158C19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80066" y="11513986"/>
                <a:ext cx="657700" cy="430887"/>
              </a:xfrm>
              <a:prstGeom prst="rect">
                <a:avLst/>
              </a:prstGeom>
              <a:blipFill>
                <a:blip r:embed="rId11"/>
                <a:stretch>
                  <a:fillRect r="-566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6" name="Process 995">
            <a:extLst>
              <a:ext uri="{FF2B5EF4-FFF2-40B4-BE49-F238E27FC236}">
                <a16:creationId xmlns:a16="http://schemas.microsoft.com/office/drawing/2014/main" id="{28AB1682-DFF2-1448-9ED2-12774B97B670}"/>
              </a:ext>
            </a:extLst>
          </p:cNvPr>
          <p:cNvSpPr/>
          <p:nvPr/>
        </p:nvSpPr>
        <p:spPr>
          <a:xfrm>
            <a:off x="26385265" y="11551721"/>
            <a:ext cx="2160000" cy="612000"/>
          </a:xfrm>
          <a:prstGeom prst="flowChartProcess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 w="254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accent1">
                    <a:lumMod val="50000"/>
                  </a:schemeClr>
                </a:solidFill>
              </a:rPr>
              <a:t>MLP</a:t>
            </a:r>
          </a:p>
        </p:txBody>
      </p:sp>
      <p:sp>
        <p:nvSpPr>
          <p:cNvPr id="997" name="Process 996">
            <a:extLst>
              <a:ext uri="{FF2B5EF4-FFF2-40B4-BE49-F238E27FC236}">
                <a16:creationId xmlns:a16="http://schemas.microsoft.com/office/drawing/2014/main" id="{D80F87CC-5F03-1940-8F16-5F6FAD2ABB8C}"/>
              </a:ext>
            </a:extLst>
          </p:cNvPr>
          <p:cNvSpPr/>
          <p:nvPr/>
        </p:nvSpPr>
        <p:spPr>
          <a:xfrm>
            <a:off x="26383206" y="14072669"/>
            <a:ext cx="2160000" cy="612000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accent6">
                    <a:lumMod val="50000"/>
                  </a:schemeClr>
                </a:solidFill>
              </a:rPr>
              <a:t>MHSA</a:t>
            </a:r>
          </a:p>
        </p:txBody>
      </p:sp>
      <p:sp>
        <p:nvSpPr>
          <p:cNvPr id="998" name="Process 997">
            <a:extLst>
              <a:ext uri="{FF2B5EF4-FFF2-40B4-BE49-F238E27FC236}">
                <a16:creationId xmlns:a16="http://schemas.microsoft.com/office/drawing/2014/main" id="{8E4ECDC5-D11D-004B-ACE8-5319E590AACA}"/>
              </a:ext>
            </a:extLst>
          </p:cNvPr>
          <p:cNvSpPr/>
          <p:nvPr/>
        </p:nvSpPr>
        <p:spPr>
          <a:xfrm>
            <a:off x="26385270" y="12454569"/>
            <a:ext cx="2160000" cy="61200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684E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644B05"/>
                </a:solidFill>
              </a:rPr>
              <a:t>Norm</a:t>
            </a:r>
          </a:p>
        </p:txBody>
      </p:sp>
      <p:sp>
        <p:nvSpPr>
          <p:cNvPr id="999" name="Or 998">
            <a:extLst>
              <a:ext uri="{FF2B5EF4-FFF2-40B4-BE49-F238E27FC236}">
                <a16:creationId xmlns:a16="http://schemas.microsoft.com/office/drawing/2014/main" id="{3CC99C5B-CF5E-D845-902D-5ADD9B249077}"/>
              </a:ext>
            </a:extLst>
          </p:cNvPr>
          <p:cNvSpPr>
            <a:spLocks noChangeAspect="1"/>
          </p:cNvSpPr>
          <p:nvPr/>
        </p:nvSpPr>
        <p:spPr>
          <a:xfrm>
            <a:off x="27283198" y="13437546"/>
            <a:ext cx="360000" cy="360000"/>
          </a:xfrm>
          <a:prstGeom prst="flowChar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200"/>
          </a:p>
        </p:txBody>
      </p:sp>
      <p:cxnSp>
        <p:nvCxnSpPr>
          <p:cNvPr id="1000" name="Straight Arrow Connector 999">
            <a:extLst>
              <a:ext uri="{FF2B5EF4-FFF2-40B4-BE49-F238E27FC236}">
                <a16:creationId xmlns:a16="http://schemas.microsoft.com/office/drawing/2014/main" id="{A0DD1169-0723-F74F-A015-5EBB6F7AA87E}"/>
              </a:ext>
            </a:extLst>
          </p:cNvPr>
          <p:cNvCxnSpPr>
            <a:cxnSpLocks/>
            <a:stCxn id="998" idx="0"/>
            <a:endCxn id="996" idx="2"/>
          </p:cNvCxnSpPr>
          <p:nvPr/>
        </p:nvCxnSpPr>
        <p:spPr>
          <a:xfrm flipH="1" flipV="1">
            <a:off x="27465272" y="12163721"/>
            <a:ext cx="5" cy="29084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1" name="Straight Arrow Connector 1000">
            <a:extLst>
              <a:ext uri="{FF2B5EF4-FFF2-40B4-BE49-F238E27FC236}">
                <a16:creationId xmlns:a16="http://schemas.microsoft.com/office/drawing/2014/main" id="{EE24BAEB-5E11-3E45-991D-410E51F25242}"/>
              </a:ext>
            </a:extLst>
          </p:cNvPr>
          <p:cNvCxnSpPr>
            <a:cxnSpLocks/>
            <a:stCxn id="999" idx="0"/>
            <a:endCxn id="998" idx="2"/>
          </p:cNvCxnSpPr>
          <p:nvPr/>
        </p:nvCxnSpPr>
        <p:spPr>
          <a:xfrm flipV="1">
            <a:off x="27463198" y="13066576"/>
            <a:ext cx="2072" cy="370977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2" name="Process 1001">
            <a:extLst>
              <a:ext uri="{FF2B5EF4-FFF2-40B4-BE49-F238E27FC236}">
                <a16:creationId xmlns:a16="http://schemas.microsoft.com/office/drawing/2014/main" id="{08842FB7-8711-D04D-9301-C424FB223A5E}"/>
              </a:ext>
            </a:extLst>
          </p:cNvPr>
          <p:cNvSpPr/>
          <p:nvPr/>
        </p:nvSpPr>
        <p:spPr>
          <a:xfrm>
            <a:off x="26383206" y="14972896"/>
            <a:ext cx="2160000" cy="61200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684E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644B05"/>
                </a:solidFill>
              </a:rPr>
              <a:t>Norm</a:t>
            </a:r>
          </a:p>
        </p:txBody>
      </p:sp>
      <p:cxnSp>
        <p:nvCxnSpPr>
          <p:cNvPr id="1003" name="Straight Arrow Connector 1002">
            <a:extLst>
              <a:ext uri="{FF2B5EF4-FFF2-40B4-BE49-F238E27FC236}">
                <a16:creationId xmlns:a16="http://schemas.microsoft.com/office/drawing/2014/main" id="{518259DA-806F-0E4D-A068-C0EB878B6786}"/>
              </a:ext>
            </a:extLst>
          </p:cNvPr>
          <p:cNvCxnSpPr>
            <a:cxnSpLocks/>
            <a:stCxn id="1002" idx="0"/>
            <a:endCxn id="997" idx="2"/>
          </p:cNvCxnSpPr>
          <p:nvPr/>
        </p:nvCxnSpPr>
        <p:spPr>
          <a:xfrm flipV="1">
            <a:off x="27463206" y="14684676"/>
            <a:ext cx="0" cy="288227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4" name="Straight Arrow Connector 1003">
            <a:extLst>
              <a:ext uri="{FF2B5EF4-FFF2-40B4-BE49-F238E27FC236}">
                <a16:creationId xmlns:a16="http://schemas.microsoft.com/office/drawing/2014/main" id="{9BBE855B-E430-4B42-B3F8-D6643D5B9111}"/>
              </a:ext>
            </a:extLst>
          </p:cNvPr>
          <p:cNvCxnSpPr>
            <a:cxnSpLocks/>
            <a:stCxn id="997" idx="0"/>
            <a:endCxn id="999" idx="4"/>
          </p:cNvCxnSpPr>
          <p:nvPr/>
        </p:nvCxnSpPr>
        <p:spPr>
          <a:xfrm flipH="1" flipV="1">
            <a:off x="27463198" y="13797553"/>
            <a:ext cx="8" cy="275123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5" name="Straight Arrow Connector 1004">
            <a:extLst>
              <a:ext uri="{FF2B5EF4-FFF2-40B4-BE49-F238E27FC236}">
                <a16:creationId xmlns:a16="http://schemas.microsoft.com/office/drawing/2014/main" id="{E00C84F2-A151-BB4D-A126-E1826DF02586}"/>
              </a:ext>
            </a:extLst>
          </p:cNvPr>
          <p:cNvCxnSpPr>
            <a:cxnSpLocks/>
            <a:endCxn id="1002" idx="2"/>
          </p:cNvCxnSpPr>
          <p:nvPr/>
        </p:nvCxnSpPr>
        <p:spPr>
          <a:xfrm flipV="1">
            <a:off x="27463206" y="15584896"/>
            <a:ext cx="0" cy="437906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6" name="Straight Arrow Connector 1005">
            <a:extLst>
              <a:ext uri="{FF2B5EF4-FFF2-40B4-BE49-F238E27FC236}">
                <a16:creationId xmlns:a16="http://schemas.microsoft.com/office/drawing/2014/main" id="{48F4F510-F4A6-0149-B407-14C979943B1A}"/>
              </a:ext>
            </a:extLst>
          </p:cNvPr>
          <p:cNvCxnSpPr>
            <a:cxnSpLocks/>
            <a:stCxn id="996" idx="0"/>
            <a:endCxn id="1008" idx="4"/>
          </p:cNvCxnSpPr>
          <p:nvPr/>
        </p:nvCxnSpPr>
        <p:spPr>
          <a:xfrm flipH="1" flipV="1">
            <a:off x="27463205" y="11277193"/>
            <a:ext cx="2067" cy="274535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" name="Elbow Connector 1006">
            <a:extLst>
              <a:ext uri="{FF2B5EF4-FFF2-40B4-BE49-F238E27FC236}">
                <a16:creationId xmlns:a16="http://schemas.microsoft.com/office/drawing/2014/main" id="{67982E12-8398-934B-8BB9-D286DC9AD956}"/>
              </a:ext>
            </a:extLst>
          </p:cNvPr>
          <p:cNvCxnSpPr>
            <a:cxnSpLocks/>
            <a:stCxn id="999" idx="0"/>
            <a:endCxn id="1008" idx="2"/>
          </p:cNvCxnSpPr>
          <p:nvPr/>
        </p:nvCxnSpPr>
        <p:spPr>
          <a:xfrm rot="16200000" flipV="1">
            <a:off x="26203018" y="12177366"/>
            <a:ext cx="2340360" cy="180000"/>
          </a:xfrm>
          <a:prstGeom prst="bentConnector4">
            <a:avLst>
              <a:gd name="adj1" fmla="val 6302"/>
              <a:gd name="adj2" fmla="val 795960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8" name="Or 1007">
            <a:extLst>
              <a:ext uri="{FF2B5EF4-FFF2-40B4-BE49-F238E27FC236}">
                <a16:creationId xmlns:a16="http://schemas.microsoft.com/office/drawing/2014/main" id="{EC6D6B76-4F86-B645-A5CA-EDFA5467DFE8}"/>
              </a:ext>
            </a:extLst>
          </p:cNvPr>
          <p:cNvSpPr>
            <a:spLocks noChangeAspect="1"/>
          </p:cNvSpPr>
          <p:nvPr/>
        </p:nvSpPr>
        <p:spPr>
          <a:xfrm>
            <a:off x="27283198" y="10917186"/>
            <a:ext cx="360000" cy="360000"/>
          </a:xfrm>
          <a:prstGeom prst="flowChar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 sz="2200"/>
          </a:p>
        </p:txBody>
      </p:sp>
      <p:cxnSp>
        <p:nvCxnSpPr>
          <p:cNvPr id="1009" name="Elbow Connector 1008">
            <a:extLst>
              <a:ext uri="{FF2B5EF4-FFF2-40B4-BE49-F238E27FC236}">
                <a16:creationId xmlns:a16="http://schemas.microsoft.com/office/drawing/2014/main" id="{2DB4353E-DF8E-2E43-8085-F7F181FE7EFF}"/>
              </a:ext>
            </a:extLst>
          </p:cNvPr>
          <p:cNvCxnSpPr>
            <a:cxnSpLocks/>
            <a:endCxn id="999" idx="2"/>
          </p:cNvCxnSpPr>
          <p:nvPr/>
        </p:nvCxnSpPr>
        <p:spPr>
          <a:xfrm rot="16200000" flipV="1">
            <a:off x="26170570" y="14730174"/>
            <a:ext cx="2405256" cy="180000"/>
          </a:xfrm>
          <a:prstGeom prst="bentConnector4">
            <a:avLst>
              <a:gd name="adj1" fmla="val 9575"/>
              <a:gd name="adj2" fmla="val 797386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0" name="Straight Arrow Connector 1009">
            <a:extLst>
              <a:ext uri="{FF2B5EF4-FFF2-40B4-BE49-F238E27FC236}">
                <a16:creationId xmlns:a16="http://schemas.microsoft.com/office/drawing/2014/main" id="{F0B0080D-A685-0C4C-AD9B-4773925EF7FB}"/>
              </a:ext>
            </a:extLst>
          </p:cNvPr>
          <p:cNvCxnSpPr>
            <a:cxnSpLocks/>
            <a:stCxn id="1008" idx="0"/>
          </p:cNvCxnSpPr>
          <p:nvPr/>
        </p:nvCxnSpPr>
        <p:spPr>
          <a:xfrm rot="16200000">
            <a:off x="27283198" y="10737186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1" name="Process 188">
            <a:extLst>
              <a:ext uri="{FF2B5EF4-FFF2-40B4-BE49-F238E27FC236}">
                <a16:creationId xmlns:a16="http://schemas.microsoft.com/office/drawing/2014/main" id="{2FF92D42-1163-4743-AAD7-AF04890B5E8C}"/>
              </a:ext>
            </a:extLst>
          </p:cNvPr>
          <p:cNvSpPr/>
          <p:nvPr/>
        </p:nvSpPr>
        <p:spPr>
          <a:xfrm>
            <a:off x="25741952" y="10390769"/>
            <a:ext cx="3024635" cy="579540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00"/>
              <a:gd name="connsiteX1" fmla="*/ 36 w 10000"/>
              <a:gd name="connsiteY1" fmla="*/ 9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36" y="99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cxnSp>
        <p:nvCxnSpPr>
          <p:cNvPr id="1072" name="Straight Arrow Connector 1071">
            <a:extLst>
              <a:ext uri="{FF2B5EF4-FFF2-40B4-BE49-F238E27FC236}">
                <a16:creationId xmlns:a16="http://schemas.microsoft.com/office/drawing/2014/main" id="{170079FA-8153-2548-9091-2D728E3E99B0}"/>
              </a:ext>
            </a:extLst>
          </p:cNvPr>
          <p:cNvCxnSpPr>
            <a:cxnSpLocks/>
            <a:stCxn id="1074" idx="3"/>
            <a:endCxn id="1071" idx="4"/>
          </p:cNvCxnSpPr>
          <p:nvPr/>
        </p:nvCxnSpPr>
        <p:spPr>
          <a:xfrm>
            <a:off x="24314843" y="14206997"/>
            <a:ext cx="1427102" cy="1979173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CD11724A-4DD8-394A-83F2-207733574CD2}"/>
              </a:ext>
            </a:extLst>
          </p:cNvPr>
          <p:cNvCxnSpPr>
            <a:cxnSpLocks/>
            <a:stCxn id="1075" idx="4"/>
            <a:endCxn id="1071" idx="1"/>
          </p:cNvCxnSpPr>
          <p:nvPr/>
        </p:nvCxnSpPr>
        <p:spPr>
          <a:xfrm flipV="1">
            <a:off x="24291938" y="10448136"/>
            <a:ext cx="1460896" cy="1663302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4" name="Oval 1073">
            <a:extLst>
              <a:ext uri="{FF2B5EF4-FFF2-40B4-BE49-F238E27FC236}">
                <a16:creationId xmlns:a16="http://schemas.microsoft.com/office/drawing/2014/main" id="{755B9664-FFB2-8A47-A4BD-04E4132DEF4C}"/>
              </a:ext>
            </a:extLst>
          </p:cNvPr>
          <p:cNvSpPr/>
          <p:nvPr/>
        </p:nvSpPr>
        <p:spPr>
          <a:xfrm>
            <a:off x="24314843" y="14206989"/>
            <a:ext cx="0" cy="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  <p:sp>
        <p:nvSpPr>
          <p:cNvPr id="1075" name="Oval 1074">
            <a:extLst>
              <a:ext uri="{FF2B5EF4-FFF2-40B4-BE49-F238E27FC236}">
                <a16:creationId xmlns:a16="http://schemas.microsoft.com/office/drawing/2014/main" id="{A7D23011-7851-E24E-A393-C883F11762AD}"/>
              </a:ext>
            </a:extLst>
          </p:cNvPr>
          <p:cNvSpPr/>
          <p:nvPr/>
        </p:nvSpPr>
        <p:spPr>
          <a:xfrm>
            <a:off x="24291937" y="12111437"/>
            <a:ext cx="0" cy="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31626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B72453F7-279A-D443-A624-99146ED233B6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19738823" y="9566075"/>
            <a:ext cx="0" cy="107150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61766328-0669-6B45-A9C6-DC35ED6336C2}"/>
              </a:ext>
            </a:extLst>
          </p:cNvPr>
          <p:cNvSpPr/>
          <p:nvPr/>
        </p:nvSpPr>
        <p:spPr>
          <a:xfrm>
            <a:off x="18658823" y="10637569"/>
            <a:ext cx="2160000" cy="468000"/>
          </a:xfrm>
          <a:prstGeom prst="rect">
            <a:avLst/>
          </a:prstGeom>
          <a:solidFill>
            <a:srgbClr val="FF2600">
              <a:alpha val="25000"/>
            </a:srgbClr>
          </a:solidFill>
          <a:ln w="25400">
            <a:solidFill>
              <a:srgbClr val="450D0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50D06"/>
                </a:solidFill>
              </a:rPr>
              <a:t>Downsample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8800EF4-4CDE-3D4F-9A44-53D86932392A}"/>
              </a:ext>
            </a:extLst>
          </p:cNvPr>
          <p:cNvSpPr/>
          <p:nvPr/>
        </p:nvSpPr>
        <p:spPr>
          <a:xfrm>
            <a:off x="18658816" y="11153463"/>
            <a:ext cx="2160000" cy="468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Encoder Block 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03D4343-3EA1-874A-A400-0DED586A0CED}"/>
              </a:ext>
            </a:extLst>
          </p:cNvPr>
          <p:cNvSpPr/>
          <p:nvPr/>
        </p:nvSpPr>
        <p:spPr>
          <a:xfrm>
            <a:off x="18658816" y="12702860"/>
            <a:ext cx="2160000" cy="468000"/>
          </a:xfrm>
          <a:prstGeom prst="rect">
            <a:avLst/>
          </a:prstGeom>
          <a:solidFill>
            <a:srgbClr val="FF2600">
              <a:alpha val="25000"/>
            </a:srgbClr>
          </a:solidFill>
          <a:ln w="25400">
            <a:solidFill>
              <a:srgbClr val="450D0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50D06"/>
                </a:solidFill>
              </a:rPr>
              <a:t>Downsample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14353BC-B173-FB4F-990A-7A1CBF58CE65}"/>
              </a:ext>
            </a:extLst>
          </p:cNvPr>
          <p:cNvSpPr/>
          <p:nvPr/>
        </p:nvSpPr>
        <p:spPr>
          <a:xfrm>
            <a:off x="18654914" y="13216559"/>
            <a:ext cx="2160000" cy="468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Encoder Block 3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EABD64F4-7E11-334D-AFB7-81532F32F733}"/>
              </a:ext>
            </a:extLst>
          </p:cNvPr>
          <p:cNvCxnSpPr>
            <a:cxnSpLocks/>
            <a:stCxn id="82" idx="2"/>
            <a:endCxn id="88" idx="0"/>
          </p:cNvCxnSpPr>
          <p:nvPr/>
        </p:nvCxnSpPr>
        <p:spPr>
          <a:xfrm>
            <a:off x="19738816" y="11621470"/>
            <a:ext cx="0" cy="108139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B25B8315-D4C1-0749-BF87-617E7541A62A}"/>
              </a:ext>
            </a:extLst>
          </p:cNvPr>
          <p:cNvSpPr/>
          <p:nvPr/>
        </p:nvSpPr>
        <p:spPr>
          <a:xfrm>
            <a:off x="18658824" y="14752645"/>
            <a:ext cx="2160000" cy="468000"/>
          </a:xfrm>
          <a:prstGeom prst="rect">
            <a:avLst/>
          </a:prstGeom>
          <a:solidFill>
            <a:srgbClr val="FF2600">
              <a:alpha val="25000"/>
            </a:srgbClr>
          </a:solidFill>
          <a:ln w="25400">
            <a:solidFill>
              <a:srgbClr val="450D0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50D06"/>
                </a:solidFill>
              </a:rPr>
              <a:t>Downsample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22F664EE-E20C-6942-A862-95AEA13A409E}"/>
              </a:ext>
            </a:extLst>
          </p:cNvPr>
          <p:cNvSpPr/>
          <p:nvPr/>
        </p:nvSpPr>
        <p:spPr>
          <a:xfrm>
            <a:off x="18654914" y="15269092"/>
            <a:ext cx="2160000" cy="468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Encoder Block 4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254E83D0-4542-4D4E-BEF2-8F8DDCFAEF4C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19734914" y="13684566"/>
            <a:ext cx="0" cy="99445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AA1CA71C-DF86-6748-8BA3-98E1C4A50902}"/>
              </a:ext>
            </a:extLst>
          </p:cNvPr>
          <p:cNvCxnSpPr>
            <a:cxnSpLocks/>
          </p:cNvCxnSpPr>
          <p:nvPr/>
        </p:nvCxnSpPr>
        <p:spPr>
          <a:xfrm flipV="1">
            <a:off x="17043972" y="8810669"/>
            <a:ext cx="1614844" cy="36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4F5E91E-5F5F-CB4C-8CBE-09FFB09C3396}"/>
              </a:ext>
            </a:extLst>
          </p:cNvPr>
          <p:cNvSpPr/>
          <p:nvPr/>
        </p:nvSpPr>
        <p:spPr>
          <a:xfrm>
            <a:off x="20999480" y="16803262"/>
            <a:ext cx="2160000" cy="468000"/>
          </a:xfrm>
          <a:prstGeom prst="rect">
            <a:avLst/>
          </a:prstGeom>
          <a:solidFill>
            <a:srgbClr val="FF2600">
              <a:alpha val="25000"/>
            </a:srgbClr>
          </a:solidFill>
          <a:ln w="25400">
            <a:solidFill>
              <a:srgbClr val="450D0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50D06"/>
                </a:solidFill>
              </a:rPr>
              <a:t>Downsample</a:t>
            </a: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3D90451-98D5-174C-863A-3C51C474B525}"/>
              </a:ext>
            </a:extLst>
          </p:cNvPr>
          <p:cNvSpPr/>
          <p:nvPr/>
        </p:nvSpPr>
        <p:spPr>
          <a:xfrm>
            <a:off x="20999480" y="17318300"/>
            <a:ext cx="2160000" cy="468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Bridge Block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F6A43F4E-9243-9743-8980-1CC573BCBDAE}"/>
              </a:ext>
            </a:extLst>
          </p:cNvPr>
          <p:cNvSpPr/>
          <p:nvPr/>
        </p:nvSpPr>
        <p:spPr>
          <a:xfrm>
            <a:off x="23303869" y="15269092"/>
            <a:ext cx="2160000" cy="468000"/>
          </a:xfrm>
          <a:prstGeom prst="rect">
            <a:avLst/>
          </a:prstGeom>
          <a:solidFill>
            <a:srgbClr val="000000">
              <a:alpha val="15000"/>
            </a:srgbClr>
          </a:solidFill>
          <a:ln w="254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tx1"/>
                </a:solidFill>
              </a:rPr>
              <a:t>Concatenate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2DF7791E-09A9-8743-972D-39FDC23C9210}"/>
              </a:ext>
            </a:extLst>
          </p:cNvPr>
          <p:cNvSpPr/>
          <p:nvPr/>
        </p:nvSpPr>
        <p:spPr>
          <a:xfrm>
            <a:off x="23303869" y="15803133"/>
            <a:ext cx="2160000" cy="468000"/>
          </a:xfrm>
          <a:prstGeom prst="rect">
            <a:avLst/>
          </a:prstGeom>
          <a:solidFill>
            <a:srgbClr val="009193">
              <a:alpha val="25000"/>
            </a:srgbClr>
          </a:solidFill>
          <a:ln w="25400">
            <a:solidFill>
              <a:srgbClr val="083637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83637"/>
                </a:solidFill>
              </a:rPr>
              <a:t>Upsample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D9A1F798-48A7-7148-AC74-179DF2B90D85}"/>
              </a:ext>
            </a:extLst>
          </p:cNvPr>
          <p:cNvSpPr/>
          <p:nvPr/>
        </p:nvSpPr>
        <p:spPr>
          <a:xfrm>
            <a:off x="23303869" y="14757356"/>
            <a:ext cx="2160000" cy="468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Decoder Block 1</a:t>
            </a:r>
          </a:p>
        </p:txBody>
      </p:sp>
      <p:cxnSp>
        <p:nvCxnSpPr>
          <p:cNvPr id="231" name="Straight Arrow Connector 230">
            <a:extLst>
              <a:ext uri="{FF2B5EF4-FFF2-40B4-BE49-F238E27FC236}">
                <a16:creationId xmlns:a16="http://schemas.microsoft.com/office/drawing/2014/main" id="{828D97EF-39D1-3348-9AC4-D5167DDFB09A}"/>
              </a:ext>
            </a:extLst>
          </p:cNvPr>
          <p:cNvCxnSpPr>
            <a:cxnSpLocks/>
            <a:stCxn id="230" idx="0"/>
            <a:endCxn id="236" idx="2"/>
          </p:cNvCxnSpPr>
          <p:nvPr/>
        </p:nvCxnSpPr>
        <p:spPr>
          <a:xfrm flipV="1">
            <a:off x="24383869" y="14195920"/>
            <a:ext cx="0" cy="56144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Rectangle 231">
            <a:extLst>
              <a:ext uri="{FF2B5EF4-FFF2-40B4-BE49-F238E27FC236}">
                <a16:creationId xmlns:a16="http://schemas.microsoft.com/office/drawing/2014/main" id="{21C3BF87-99A1-7449-A454-B89183745593}"/>
              </a:ext>
            </a:extLst>
          </p:cNvPr>
          <p:cNvSpPr/>
          <p:nvPr/>
        </p:nvSpPr>
        <p:spPr>
          <a:xfrm>
            <a:off x="26037336" y="8572278"/>
            <a:ext cx="1620000" cy="540000"/>
          </a:xfrm>
          <a:prstGeom prst="rect">
            <a:avLst/>
          </a:prstGeom>
          <a:solidFill>
            <a:srgbClr val="941100">
              <a:alpha val="20000"/>
            </a:srgbClr>
          </a:solidFill>
          <a:ln w="25400">
            <a:solidFill>
              <a:srgbClr val="480A04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80A04"/>
                </a:solidFill>
              </a:rPr>
              <a:t>Head Block</a:t>
            </a:r>
          </a:p>
        </p:txBody>
      </p:sp>
      <p:cxnSp>
        <p:nvCxnSpPr>
          <p:cNvPr id="233" name="Straight Arrow Connector 232">
            <a:extLst>
              <a:ext uri="{FF2B5EF4-FFF2-40B4-BE49-F238E27FC236}">
                <a16:creationId xmlns:a16="http://schemas.microsoft.com/office/drawing/2014/main" id="{AF25D999-DC97-0D4E-914E-27FBDEFB63A0}"/>
              </a:ext>
            </a:extLst>
          </p:cNvPr>
          <p:cNvCxnSpPr>
            <a:cxnSpLocks/>
            <a:stCxn id="245" idx="3"/>
            <a:endCxn id="232" idx="1"/>
          </p:cNvCxnSpPr>
          <p:nvPr/>
        </p:nvCxnSpPr>
        <p:spPr>
          <a:xfrm>
            <a:off x="25463874" y="8806278"/>
            <a:ext cx="573467" cy="3600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Rectangle 234">
            <a:extLst>
              <a:ext uri="{FF2B5EF4-FFF2-40B4-BE49-F238E27FC236}">
                <a16:creationId xmlns:a16="http://schemas.microsoft.com/office/drawing/2014/main" id="{68A9AAF7-A057-0A49-AD81-F00C39AE0974}"/>
              </a:ext>
            </a:extLst>
          </p:cNvPr>
          <p:cNvSpPr/>
          <p:nvPr/>
        </p:nvSpPr>
        <p:spPr>
          <a:xfrm>
            <a:off x="23303869" y="13214794"/>
            <a:ext cx="2160000" cy="468000"/>
          </a:xfrm>
          <a:prstGeom prst="rect">
            <a:avLst/>
          </a:prstGeom>
          <a:solidFill>
            <a:srgbClr val="000000">
              <a:alpha val="15000"/>
            </a:srgbClr>
          </a:solidFill>
          <a:ln w="254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tx1"/>
                </a:solidFill>
              </a:rPr>
              <a:t>Concatenate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36884871-7BDF-9342-A8E5-41853DAA4704}"/>
              </a:ext>
            </a:extLst>
          </p:cNvPr>
          <p:cNvSpPr/>
          <p:nvPr/>
        </p:nvSpPr>
        <p:spPr>
          <a:xfrm>
            <a:off x="23303869" y="13727913"/>
            <a:ext cx="2160000" cy="468000"/>
          </a:xfrm>
          <a:prstGeom prst="rect">
            <a:avLst/>
          </a:prstGeom>
          <a:solidFill>
            <a:srgbClr val="009193">
              <a:alpha val="25000"/>
            </a:srgbClr>
          </a:solidFill>
          <a:ln w="25400">
            <a:solidFill>
              <a:srgbClr val="083637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83637"/>
                </a:solidFill>
              </a:rPr>
              <a:t>Upsample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F78D9433-ED22-8145-B71C-2F2EF7EFA6BD}"/>
              </a:ext>
            </a:extLst>
          </p:cNvPr>
          <p:cNvSpPr/>
          <p:nvPr/>
        </p:nvSpPr>
        <p:spPr>
          <a:xfrm>
            <a:off x="23303869" y="12698470"/>
            <a:ext cx="2160000" cy="468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Decoder Block 2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52F16BEA-C946-9046-8496-FA71AD5CB837}"/>
              </a:ext>
            </a:extLst>
          </p:cNvPr>
          <p:cNvSpPr/>
          <p:nvPr/>
        </p:nvSpPr>
        <p:spPr>
          <a:xfrm>
            <a:off x="23303869" y="11153463"/>
            <a:ext cx="2160000" cy="468000"/>
          </a:xfrm>
          <a:prstGeom prst="rect">
            <a:avLst/>
          </a:prstGeom>
          <a:solidFill>
            <a:srgbClr val="000000">
              <a:alpha val="15000"/>
            </a:srgbClr>
          </a:solidFill>
          <a:ln w="254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tx1"/>
                </a:solidFill>
              </a:rPr>
              <a:t>Concatenate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D90A210D-832A-CC45-8EF8-1A47F9249F89}"/>
              </a:ext>
            </a:extLst>
          </p:cNvPr>
          <p:cNvSpPr/>
          <p:nvPr/>
        </p:nvSpPr>
        <p:spPr>
          <a:xfrm>
            <a:off x="23303869" y="11683756"/>
            <a:ext cx="2160000" cy="468000"/>
          </a:xfrm>
          <a:prstGeom prst="rect">
            <a:avLst/>
          </a:prstGeom>
          <a:solidFill>
            <a:srgbClr val="009193">
              <a:alpha val="25000"/>
            </a:srgbClr>
          </a:solidFill>
          <a:ln w="25400">
            <a:solidFill>
              <a:srgbClr val="083637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83637"/>
                </a:solidFill>
              </a:rPr>
              <a:t>Upsample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3AB96890-53CE-F141-A470-D61DA67A9B1F}"/>
              </a:ext>
            </a:extLst>
          </p:cNvPr>
          <p:cNvSpPr/>
          <p:nvPr/>
        </p:nvSpPr>
        <p:spPr>
          <a:xfrm>
            <a:off x="23303869" y="10635374"/>
            <a:ext cx="2160000" cy="468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Decoder Block 3</a:t>
            </a: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D0D89829-3370-8747-83C7-2E4CD45352E6}"/>
              </a:ext>
            </a:extLst>
          </p:cNvPr>
          <p:cNvSpPr/>
          <p:nvPr/>
        </p:nvSpPr>
        <p:spPr>
          <a:xfrm>
            <a:off x="23303869" y="9099166"/>
            <a:ext cx="2160000" cy="468000"/>
          </a:xfrm>
          <a:prstGeom prst="rect">
            <a:avLst/>
          </a:prstGeom>
          <a:solidFill>
            <a:srgbClr val="000000">
              <a:alpha val="15000"/>
            </a:srgbClr>
          </a:solidFill>
          <a:ln w="254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tx1"/>
                </a:solidFill>
              </a:rPr>
              <a:t>Concatenate</a:t>
            </a:r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50167CCE-7242-F64F-BAAC-5951EB16A516}"/>
              </a:ext>
            </a:extLst>
          </p:cNvPr>
          <p:cNvSpPr/>
          <p:nvPr/>
        </p:nvSpPr>
        <p:spPr>
          <a:xfrm>
            <a:off x="23303869" y="9634367"/>
            <a:ext cx="2160000" cy="468000"/>
          </a:xfrm>
          <a:prstGeom prst="rect">
            <a:avLst/>
          </a:prstGeom>
          <a:solidFill>
            <a:srgbClr val="009193">
              <a:alpha val="25000"/>
            </a:srgbClr>
          </a:solidFill>
          <a:ln w="25400">
            <a:solidFill>
              <a:srgbClr val="083637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83637"/>
                </a:solidFill>
              </a:rPr>
              <a:t>Upsample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C4830E07-10D3-EC47-8961-9ADD59B9734D}"/>
              </a:ext>
            </a:extLst>
          </p:cNvPr>
          <p:cNvSpPr/>
          <p:nvPr/>
        </p:nvSpPr>
        <p:spPr>
          <a:xfrm>
            <a:off x="23303869" y="8572278"/>
            <a:ext cx="2160000" cy="468000"/>
          </a:xfrm>
          <a:prstGeom prst="rect">
            <a:avLst/>
          </a:prstGeom>
          <a:solidFill>
            <a:srgbClr val="0432FF">
              <a:alpha val="25000"/>
            </a:srgbClr>
          </a:solidFill>
          <a:ln w="25400">
            <a:solidFill>
              <a:srgbClr val="030F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030F50"/>
                </a:solidFill>
              </a:rPr>
              <a:t>Decoder Block 4</a:t>
            </a:r>
          </a:p>
        </p:txBody>
      </p:sp>
      <p:cxnSp>
        <p:nvCxnSpPr>
          <p:cNvPr id="246" name="Straight Arrow Connector 245">
            <a:extLst>
              <a:ext uri="{FF2B5EF4-FFF2-40B4-BE49-F238E27FC236}">
                <a16:creationId xmlns:a16="http://schemas.microsoft.com/office/drawing/2014/main" id="{EDE9997F-098A-ED4F-9E3A-4B9C6EEC72D2}"/>
              </a:ext>
            </a:extLst>
          </p:cNvPr>
          <p:cNvCxnSpPr>
            <a:cxnSpLocks/>
            <a:stCxn id="237" idx="0"/>
            <a:endCxn id="240" idx="2"/>
          </p:cNvCxnSpPr>
          <p:nvPr/>
        </p:nvCxnSpPr>
        <p:spPr>
          <a:xfrm flipV="1">
            <a:off x="24383869" y="12151756"/>
            <a:ext cx="0" cy="54671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904722E0-1198-3B41-9278-A99B0FB3AC9C}"/>
              </a:ext>
            </a:extLst>
          </p:cNvPr>
          <p:cNvCxnSpPr>
            <a:cxnSpLocks/>
            <a:stCxn id="241" idx="0"/>
            <a:endCxn id="244" idx="2"/>
          </p:cNvCxnSpPr>
          <p:nvPr/>
        </p:nvCxnSpPr>
        <p:spPr>
          <a:xfrm flipV="1">
            <a:off x="24383869" y="10102374"/>
            <a:ext cx="0" cy="53300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247">
            <a:extLst>
              <a:ext uri="{FF2B5EF4-FFF2-40B4-BE49-F238E27FC236}">
                <a16:creationId xmlns:a16="http://schemas.microsoft.com/office/drawing/2014/main" id="{8059C96F-2DF5-D14A-8F83-0B37C05C0EA0}"/>
              </a:ext>
            </a:extLst>
          </p:cNvPr>
          <p:cNvCxnSpPr>
            <a:cxnSpLocks/>
            <a:stCxn id="232" idx="3"/>
          </p:cNvCxnSpPr>
          <p:nvPr/>
        </p:nvCxnSpPr>
        <p:spPr>
          <a:xfrm flipV="1">
            <a:off x="27657341" y="8842280"/>
            <a:ext cx="407821" cy="3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Elbow Connector 301">
            <a:extLst>
              <a:ext uri="{FF2B5EF4-FFF2-40B4-BE49-F238E27FC236}">
                <a16:creationId xmlns:a16="http://schemas.microsoft.com/office/drawing/2014/main" id="{B5C3A1F1-2224-CB47-BE05-374F799C7FB8}"/>
              </a:ext>
            </a:extLst>
          </p:cNvPr>
          <p:cNvCxnSpPr>
            <a:cxnSpLocks/>
            <a:stCxn id="109" idx="3"/>
            <a:endCxn id="229" idx="2"/>
          </p:cNvCxnSpPr>
          <p:nvPr/>
        </p:nvCxnSpPr>
        <p:spPr>
          <a:xfrm flipV="1">
            <a:off x="23159485" y="16271138"/>
            <a:ext cx="1224389" cy="1281167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Elbow Connector 314">
            <a:extLst>
              <a:ext uri="{FF2B5EF4-FFF2-40B4-BE49-F238E27FC236}">
                <a16:creationId xmlns:a16="http://schemas.microsoft.com/office/drawing/2014/main" id="{05E1A46D-A501-634D-BB30-0F495C8D20A0}"/>
              </a:ext>
            </a:extLst>
          </p:cNvPr>
          <p:cNvCxnSpPr>
            <a:cxnSpLocks/>
            <a:stCxn id="95" idx="2"/>
            <a:endCxn id="108" idx="1"/>
          </p:cNvCxnSpPr>
          <p:nvPr/>
        </p:nvCxnSpPr>
        <p:spPr>
          <a:xfrm rot="16200000" flipH="1">
            <a:off x="19717112" y="15754894"/>
            <a:ext cx="1300170" cy="1264566"/>
          </a:xfrm>
          <a:prstGeom prst="bentConnector2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EF7216C5-2AE1-CD4A-8C00-37AA7B8835A3}"/>
              </a:ext>
            </a:extLst>
          </p:cNvPr>
          <p:cNvCxnSpPr>
            <a:cxnSpLocks/>
            <a:endCxn id="243" idx="1"/>
          </p:cNvCxnSpPr>
          <p:nvPr/>
        </p:nvCxnSpPr>
        <p:spPr>
          <a:xfrm>
            <a:off x="20818823" y="9332068"/>
            <a:ext cx="2485046" cy="1098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0CBFDAB-9AEB-E244-BF62-47E1E4A82151}"/>
              </a:ext>
            </a:extLst>
          </p:cNvPr>
          <p:cNvCxnSpPr>
            <a:cxnSpLocks/>
            <a:stCxn id="82" idx="3"/>
            <a:endCxn id="239" idx="1"/>
          </p:cNvCxnSpPr>
          <p:nvPr/>
        </p:nvCxnSpPr>
        <p:spPr>
          <a:xfrm>
            <a:off x="20818823" y="11387463"/>
            <a:ext cx="248505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77C56473-140A-9947-8E31-E0418DED2D2C}"/>
              </a:ext>
            </a:extLst>
          </p:cNvPr>
          <p:cNvCxnSpPr>
            <a:cxnSpLocks/>
            <a:stCxn id="95" idx="3"/>
            <a:endCxn id="228" idx="1"/>
          </p:cNvCxnSpPr>
          <p:nvPr/>
        </p:nvCxnSpPr>
        <p:spPr>
          <a:xfrm>
            <a:off x="20814921" y="15503092"/>
            <a:ext cx="248895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C142F75E-EE8D-1B45-8450-1F81777E82FC}"/>
              </a:ext>
            </a:extLst>
          </p:cNvPr>
          <p:cNvCxnSpPr>
            <a:cxnSpLocks/>
            <a:stCxn id="90" idx="3"/>
            <a:endCxn id="235" idx="1"/>
          </p:cNvCxnSpPr>
          <p:nvPr/>
        </p:nvCxnSpPr>
        <p:spPr>
          <a:xfrm flipV="1">
            <a:off x="20814921" y="13448801"/>
            <a:ext cx="2488955" cy="176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3D82B99-3BB5-4D4E-B63B-4D4A0D5A7994}"/>
              </a:ext>
            </a:extLst>
          </p:cNvPr>
          <p:cNvSpPr/>
          <p:nvPr/>
        </p:nvSpPr>
        <p:spPr>
          <a:xfrm>
            <a:off x="26037336" y="10633180"/>
            <a:ext cx="1620000" cy="540000"/>
          </a:xfrm>
          <a:prstGeom prst="rect">
            <a:avLst/>
          </a:prstGeom>
          <a:solidFill>
            <a:srgbClr val="941100">
              <a:alpha val="5000"/>
            </a:srgbClr>
          </a:solidFill>
          <a:ln w="25400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80A04">
                    <a:alpha val="40180"/>
                  </a:srgbClr>
                </a:solidFill>
              </a:rPr>
              <a:t>Head Block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DBFBD0FF-E7C2-A740-B305-F826A87AC025}"/>
              </a:ext>
            </a:extLst>
          </p:cNvPr>
          <p:cNvSpPr/>
          <p:nvPr/>
        </p:nvSpPr>
        <p:spPr>
          <a:xfrm>
            <a:off x="26037336" y="12694082"/>
            <a:ext cx="1620000" cy="540000"/>
          </a:xfrm>
          <a:prstGeom prst="rect">
            <a:avLst/>
          </a:prstGeom>
          <a:solidFill>
            <a:srgbClr val="941100">
              <a:alpha val="5000"/>
            </a:srgbClr>
          </a:solidFill>
          <a:ln w="25400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rgbClr val="480A04">
                    <a:alpha val="40180"/>
                  </a:srgbClr>
                </a:solidFill>
              </a:rPr>
              <a:t>Head Block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290FD14-B4DE-4043-95A2-C37313688A89}"/>
              </a:ext>
            </a:extLst>
          </p:cNvPr>
          <p:cNvCxnSpPr>
            <a:cxnSpLocks/>
            <a:stCxn id="241" idx="3"/>
            <a:endCxn id="107" idx="1"/>
          </p:cNvCxnSpPr>
          <p:nvPr/>
        </p:nvCxnSpPr>
        <p:spPr>
          <a:xfrm>
            <a:off x="25463876" y="10869374"/>
            <a:ext cx="573467" cy="33806"/>
          </a:xfrm>
          <a:prstGeom prst="straightConnector1">
            <a:avLst/>
          </a:prstGeom>
          <a:ln w="25400">
            <a:solidFill>
              <a:schemeClr val="accent1">
                <a:alpha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C42BE85F-E8D0-ED41-ADE7-2C23E3861585}"/>
              </a:ext>
            </a:extLst>
          </p:cNvPr>
          <p:cNvCxnSpPr>
            <a:cxnSpLocks/>
            <a:stCxn id="237" idx="3"/>
            <a:endCxn id="110" idx="1"/>
          </p:cNvCxnSpPr>
          <p:nvPr/>
        </p:nvCxnSpPr>
        <p:spPr>
          <a:xfrm>
            <a:off x="25463876" y="12932470"/>
            <a:ext cx="573467" cy="31612"/>
          </a:xfrm>
          <a:prstGeom prst="straightConnector1">
            <a:avLst/>
          </a:prstGeom>
          <a:ln w="25400">
            <a:solidFill>
              <a:schemeClr val="accent1">
                <a:alpha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CEC4A5C5-24F5-5C41-8B53-550DEF96BF5E}"/>
              </a:ext>
            </a:extLst>
          </p:cNvPr>
          <p:cNvCxnSpPr>
            <a:cxnSpLocks/>
            <a:stCxn id="107" idx="3"/>
          </p:cNvCxnSpPr>
          <p:nvPr/>
        </p:nvCxnSpPr>
        <p:spPr>
          <a:xfrm>
            <a:off x="27657343" y="10903180"/>
            <a:ext cx="407821" cy="0"/>
          </a:xfrm>
          <a:prstGeom prst="straightConnector1">
            <a:avLst/>
          </a:prstGeom>
          <a:ln w="25400">
            <a:solidFill>
              <a:schemeClr val="accent1">
                <a:alpha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D48D63E1-1516-F04C-B922-2A8EEAFE8409}"/>
              </a:ext>
            </a:extLst>
          </p:cNvPr>
          <p:cNvCxnSpPr>
            <a:cxnSpLocks/>
            <a:stCxn id="110" idx="3"/>
          </p:cNvCxnSpPr>
          <p:nvPr/>
        </p:nvCxnSpPr>
        <p:spPr>
          <a:xfrm>
            <a:off x="27657343" y="12964082"/>
            <a:ext cx="407821" cy="0"/>
          </a:xfrm>
          <a:prstGeom prst="straightConnector1">
            <a:avLst/>
          </a:prstGeom>
          <a:ln w="25400">
            <a:solidFill>
              <a:schemeClr val="accent1">
                <a:alpha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0CF0E91-C245-5149-B752-F9845B5E5396}"/>
              </a:ext>
            </a:extLst>
          </p:cNvPr>
          <p:cNvGrpSpPr/>
          <p:nvPr/>
        </p:nvGrpSpPr>
        <p:grpSpPr>
          <a:xfrm>
            <a:off x="14376537" y="15307033"/>
            <a:ext cx="6102230" cy="2625508"/>
            <a:chOff x="2080322" y="12347874"/>
            <a:chExt cx="6102230" cy="2625508"/>
          </a:xfrm>
        </p:grpSpPr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5A5FBF40-C50C-7B43-89E8-A592FD71911D}"/>
                </a:ext>
              </a:extLst>
            </p:cNvPr>
            <p:cNvSpPr/>
            <p:nvPr/>
          </p:nvSpPr>
          <p:spPr>
            <a:xfrm>
              <a:off x="2080322" y="12347874"/>
              <a:ext cx="1717488" cy="540000"/>
            </a:xfrm>
            <a:prstGeom prst="rect">
              <a:avLst/>
            </a:prstGeom>
            <a:solidFill>
              <a:srgbClr val="945200">
                <a:alpha val="25000"/>
              </a:srgbClr>
            </a:solidFill>
            <a:ln w="25400">
              <a:solidFill>
                <a:srgbClr val="422405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422405"/>
                  </a:solidFill>
                </a:rPr>
                <a:t>Stem Block</a:t>
              </a: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5A281CE9-607D-824C-B7ED-784EAF1943D5}"/>
                </a:ext>
              </a:extLst>
            </p:cNvPr>
            <p:cNvSpPr/>
            <p:nvPr/>
          </p:nvSpPr>
          <p:spPr>
            <a:xfrm>
              <a:off x="2080322" y="13043322"/>
              <a:ext cx="1717488" cy="540000"/>
            </a:xfrm>
            <a:prstGeom prst="rect">
              <a:avLst/>
            </a:prstGeom>
            <a:solidFill>
              <a:srgbClr val="941100">
                <a:alpha val="20000"/>
              </a:srgbClr>
            </a:solidFill>
            <a:ln w="25400">
              <a:solidFill>
                <a:srgbClr val="480A04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480A04"/>
                  </a:solidFill>
                </a:rPr>
                <a:t>Head Block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2A5702C8-8C67-D04D-A60C-1013A375428C}"/>
                </a:ext>
              </a:extLst>
            </p:cNvPr>
            <p:cNvSpPr/>
            <p:nvPr/>
          </p:nvSpPr>
          <p:spPr>
            <a:xfrm>
              <a:off x="2080322" y="14433382"/>
              <a:ext cx="1717488" cy="540000"/>
            </a:xfrm>
            <a:prstGeom prst="rect">
              <a:avLst/>
            </a:prstGeom>
            <a:solidFill>
              <a:srgbClr val="009193">
                <a:alpha val="25000"/>
              </a:srgbClr>
            </a:solidFill>
            <a:ln w="25400">
              <a:solidFill>
                <a:srgbClr val="083637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083637"/>
                  </a:solidFill>
                </a:rPr>
                <a:t>Upsample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4F575DD6-849E-A749-B166-DEA8AE14C7A2}"/>
                    </a:ext>
                  </a:extLst>
                </p:cNvPr>
                <p:cNvSpPr/>
                <p:nvPr/>
              </p:nvSpPr>
              <p:spPr>
                <a:xfrm>
                  <a:off x="3931921" y="12347874"/>
                  <a:ext cx="3096092" cy="5400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r>
                    <a:rPr lang="en-GB" sz="2200" b="1" dirty="0">
                      <a:solidFill>
                        <a:schemeClr val="tx1"/>
                      </a:solidFill>
                    </a:rPr>
                    <a:t>C</a:t>
                  </a:r>
                  <a:r>
                    <a:rPr lang="en-BE" sz="2200" b="1" dirty="0">
                      <a:solidFill>
                        <a:schemeClr val="tx1"/>
                      </a:solidFill>
                    </a:rPr>
                    <a:t>onv </a:t>
                  </a:r>
                  <a14:m>
                    <m:oMath xmlns:m="http://schemas.openxmlformats.org/officeDocument/2006/math"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a14:m>
                  <a:endParaRPr lang="en-BE" sz="2200" b="1" i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4" name="Rectangle 223">
                  <a:extLst>
                    <a:ext uri="{FF2B5EF4-FFF2-40B4-BE49-F238E27FC236}">
                      <a16:creationId xmlns:a16="http://schemas.microsoft.com/office/drawing/2014/main" id="{4F575DD6-849E-A749-B166-DEA8AE14C7A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921" y="12347874"/>
                  <a:ext cx="3096092" cy="540000"/>
                </a:xfrm>
                <a:prstGeom prst="rect">
                  <a:avLst/>
                </a:prstGeom>
                <a:blipFill>
                  <a:blip r:embed="rId50"/>
                  <a:stretch>
                    <a:fillRect l="-2041" b="-13953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20F71D3C-667B-D847-96A4-2FBAEE49242D}"/>
                    </a:ext>
                  </a:extLst>
                </p:cNvPr>
                <p:cNvSpPr/>
                <p:nvPr/>
              </p:nvSpPr>
              <p:spPr>
                <a:xfrm>
                  <a:off x="3931919" y="13738352"/>
                  <a:ext cx="3096092" cy="5400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r>
                    <a:rPr lang="en-GB" sz="2200" b="1" dirty="0">
                      <a:solidFill>
                        <a:schemeClr val="tx1"/>
                      </a:solidFill>
                    </a:rPr>
                    <a:t>C</a:t>
                  </a:r>
                  <a:r>
                    <a:rPr lang="en-BE" sz="2200" b="1" dirty="0">
                      <a:solidFill>
                        <a:schemeClr val="tx1"/>
                      </a:solidFill>
                    </a:rPr>
                    <a:t>onv </a:t>
                  </a:r>
                  <a14:m>
                    <m:oMath xmlns:m="http://schemas.openxmlformats.org/officeDocument/2006/math"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a14:m>
                  <a:r>
                    <a:rPr lang="en-BE" sz="2200" b="1" dirty="0">
                      <a:solidFill>
                        <a:schemeClr val="tx1"/>
                      </a:solidFill>
                    </a:rPr>
                    <a:t>, stride </a:t>
                  </a:r>
                  <a14:m>
                    <m:oMath xmlns:m="http://schemas.openxmlformats.org/officeDocument/2006/math"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en-BE" sz="2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5" name="Rectangle 224">
                  <a:extLst>
                    <a:ext uri="{FF2B5EF4-FFF2-40B4-BE49-F238E27FC236}">
                      <a16:creationId xmlns:a16="http://schemas.microsoft.com/office/drawing/2014/main" id="{20F71D3C-667B-D847-96A4-2FBAEE49242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919" y="13738352"/>
                  <a:ext cx="3096092" cy="540000"/>
                </a:xfrm>
                <a:prstGeom prst="rect">
                  <a:avLst/>
                </a:prstGeom>
                <a:blipFill>
                  <a:blip r:embed="rId51"/>
                  <a:stretch>
                    <a:fillRect l="-2041" b="-13636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6" name="Rectangle 225">
                  <a:extLst>
                    <a:ext uri="{FF2B5EF4-FFF2-40B4-BE49-F238E27FC236}">
                      <a16:creationId xmlns:a16="http://schemas.microsoft.com/office/drawing/2014/main" id="{8AD815B6-DE56-F24C-AC76-7295B87F04B9}"/>
                    </a:ext>
                  </a:extLst>
                </p:cNvPr>
                <p:cNvSpPr/>
                <p:nvPr/>
              </p:nvSpPr>
              <p:spPr>
                <a:xfrm>
                  <a:off x="3931919" y="14433382"/>
                  <a:ext cx="4250633" cy="5400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r>
                    <a:rPr lang="en-GB" sz="2200" b="1" dirty="0">
                      <a:solidFill>
                        <a:schemeClr val="tx1"/>
                      </a:solidFill>
                    </a:rPr>
                    <a:t>Transposed C</a:t>
                  </a:r>
                  <a:r>
                    <a:rPr lang="en-BE" sz="2200" b="1" dirty="0">
                      <a:solidFill>
                        <a:schemeClr val="tx1"/>
                      </a:solidFill>
                    </a:rPr>
                    <a:t>onv </a:t>
                  </a:r>
                  <a14:m>
                    <m:oMath xmlns:m="http://schemas.openxmlformats.org/officeDocument/2006/math"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a14:m>
                  <a:r>
                    <a:rPr lang="en-BE" sz="2200" b="1" dirty="0">
                      <a:solidFill>
                        <a:schemeClr val="tx1"/>
                      </a:solidFill>
                    </a:rPr>
                    <a:t>, stride </a:t>
                  </a:r>
                  <a14:m>
                    <m:oMath xmlns:m="http://schemas.openxmlformats.org/officeDocument/2006/math"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a14:m>
                  <a:endParaRPr lang="en-BE" sz="2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6" name="Rectangle 225">
                  <a:extLst>
                    <a:ext uri="{FF2B5EF4-FFF2-40B4-BE49-F238E27FC236}">
                      <a16:creationId xmlns:a16="http://schemas.microsoft.com/office/drawing/2014/main" id="{8AD815B6-DE56-F24C-AC76-7295B87F04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919" y="14433382"/>
                  <a:ext cx="4250633" cy="540000"/>
                </a:xfrm>
                <a:prstGeom prst="rect">
                  <a:avLst/>
                </a:prstGeom>
                <a:blipFill>
                  <a:blip r:embed="rId52"/>
                  <a:stretch>
                    <a:fillRect l="-1488" b="-1136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04425947-4440-F446-A307-CF582D05850A}"/>
                    </a:ext>
                  </a:extLst>
                </p:cNvPr>
                <p:cNvSpPr/>
                <p:nvPr/>
              </p:nvSpPr>
              <p:spPr>
                <a:xfrm>
                  <a:off x="3931919" y="13043322"/>
                  <a:ext cx="3096092" cy="5400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r>
                    <a:rPr lang="en-GB" sz="2200" b="1" dirty="0">
                      <a:solidFill>
                        <a:schemeClr val="tx1"/>
                      </a:solidFill>
                    </a:rPr>
                    <a:t>C</a:t>
                  </a:r>
                  <a:r>
                    <a:rPr lang="en-BE" sz="2200" b="1" dirty="0">
                      <a:solidFill>
                        <a:schemeClr val="tx1"/>
                      </a:solidFill>
                    </a:rPr>
                    <a:t>onv </a:t>
                  </a:r>
                  <a14:m>
                    <m:oMath xmlns:m="http://schemas.openxmlformats.org/officeDocument/2006/math"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200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a14:m>
                  <a:endParaRPr lang="en-BE" sz="22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7" name="Rectangle 226">
                  <a:extLst>
                    <a:ext uri="{FF2B5EF4-FFF2-40B4-BE49-F238E27FC236}">
                      <a16:creationId xmlns:a16="http://schemas.microsoft.com/office/drawing/2014/main" id="{04425947-4440-F446-A307-CF582D0585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31919" y="13043322"/>
                  <a:ext cx="3096092" cy="540000"/>
                </a:xfrm>
                <a:prstGeom prst="rect">
                  <a:avLst/>
                </a:prstGeom>
                <a:blipFill>
                  <a:blip r:embed="rId9"/>
                  <a:stretch>
                    <a:fillRect l="-2459" b="-11364"/>
                  </a:stretch>
                </a:blipFill>
                <a:ln w="2540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AEC9FBB2-ACCA-A340-A253-F215230C006E}"/>
                </a:ext>
              </a:extLst>
            </p:cNvPr>
            <p:cNvSpPr/>
            <p:nvPr/>
          </p:nvSpPr>
          <p:spPr>
            <a:xfrm>
              <a:off x="2080322" y="13737934"/>
              <a:ext cx="1717488" cy="540000"/>
            </a:xfrm>
            <a:prstGeom prst="rect">
              <a:avLst/>
            </a:prstGeom>
            <a:solidFill>
              <a:srgbClr val="FF2600">
                <a:alpha val="25000"/>
              </a:srgbClr>
            </a:solidFill>
            <a:ln w="25400">
              <a:solidFill>
                <a:srgbClr val="450D06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450D06"/>
                  </a:solidFill>
                </a:rPr>
                <a:t>Downsample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5002A680-D8F6-6D4A-9098-150117211DF9}"/>
                  </a:ext>
                </a:extLst>
              </p:cNvPr>
              <p:cNvSpPr/>
              <p:nvPr/>
            </p:nvSpPr>
            <p:spPr>
              <a:xfrm>
                <a:off x="17038816" y="7990539"/>
                <a:ext cx="1507278" cy="851741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Input</a:t>
                </a:r>
                <a:endParaRPr lang="en-BE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4×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5002A680-D8F6-6D4A-9098-150117211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8816" y="7990539"/>
                <a:ext cx="1507278" cy="851741"/>
              </a:xfrm>
              <a:prstGeom prst="rect">
                <a:avLst/>
              </a:prstGeom>
              <a:blipFill>
                <a:blip r:embed="rId53"/>
                <a:stretch>
                  <a:fillRect l="-833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EEA586EA-F103-9548-A3F2-1B8255260CFF}"/>
                  </a:ext>
                </a:extLst>
              </p:cNvPr>
              <p:cNvSpPr/>
              <p:nvPr/>
            </p:nvSpPr>
            <p:spPr>
              <a:xfrm>
                <a:off x="21134292" y="8829648"/>
                <a:ext cx="1825213" cy="691423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BE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BE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</a:p>
            </p:txBody>
          </p:sp>
        </mc:Choice>
        <mc:Fallback xmlns=""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EEA586EA-F103-9548-A3F2-1B8255260C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34292" y="8829648"/>
                <a:ext cx="1825213" cy="691423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CBFEE11F-BC37-AA40-851B-185BC46EDB2F}"/>
                  </a:ext>
                </a:extLst>
              </p:cNvPr>
              <p:cNvSpPr/>
              <p:nvPr/>
            </p:nvSpPr>
            <p:spPr>
              <a:xfrm>
                <a:off x="20962904" y="10696122"/>
                <a:ext cx="2159990" cy="860696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BE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CBFEE11F-BC37-AA40-851B-185BC46ED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2904" y="10696122"/>
                <a:ext cx="2159990" cy="860696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2" name="Picture 71">
            <a:extLst>
              <a:ext uri="{FF2B5EF4-FFF2-40B4-BE49-F238E27FC236}">
                <a16:creationId xmlns:a16="http://schemas.microsoft.com/office/drawing/2014/main" id="{A619E452-F5AE-2140-8AC3-3122597C3798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5127530" y="7595851"/>
            <a:ext cx="1798564" cy="21600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1F5878FD-95D1-9143-A70D-514C2E7004A4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28197336" y="7928699"/>
            <a:ext cx="1383170" cy="18271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DE5DDCA-D59A-9845-95C1-633D272C86C4}"/>
                  </a:ext>
                </a:extLst>
              </p:cNvPr>
              <p:cNvSpPr/>
              <p:nvPr/>
            </p:nvSpPr>
            <p:spPr>
              <a:xfrm>
                <a:off x="20970910" y="12767897"/>
                <a:ext cx="2159990" cy="860696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BE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3DE5DDCA-D59A-9845-95C1-633D272C86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0910" y="12767897"/>
                <a:ext cx="2159990" cy="860696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45A77B1-7C0C-0241-BA6D-F299B773DAD2}"/>
                  </a:ext>
                </a:extLst>
              </p:cNvPr>
              <p:cNvSpPr/>
              <p:nvPr/>
            </p:nvSpPr>
            <p:spPr>
              <a:xfrm>
                <a:off x="20970910" y="14833058"/>
                <a:ext cx="2159990" cy="860696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8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lang="en-BE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45A77B1-7C0C-0241-BA6D-F299B773DA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0910" y="14833058"/>
                <a:ext cx="2159990" cy="860696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24F8708-0CAA-364A-88EA-F2C07BF132D6}"/>
                  </a:ext>
                </a:extLst>
              </p:cNvPr>
              <p:cNvSpPr/>
              <p:nvPr/>
            </p:nvSpPr>
            <p:spPr>
              <a:xfrm>
                <a:off x="24568905" y="16806745"/>
                <a:ext cx="2405455" cy="860696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16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endParaRPr lang="en-BE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24F8708-0CAA-364A-88EA-F2C07BF132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8905" y="16806745"/>
                <a:ext cx="2405455" cy="860696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Picture 66">
            <a:extLst>
              <a:ext uri="{FF2B5EF4-FFF2-40B4-BE49-F238E27FC236}">
                <a16:creationId xmlns:a16="http://schemas.microsoft.com/office/drawing/2014/main" id="{C45F6428-077B-5548-98A8-38ADB93A39FA}"/>
              </a:ext>
            </a:extLst>
          </p:cNvPr>
          <p:cNvPicPr>
            <a:picLocks noChangeAspect="1"/>
          </p:cNvPicPr>
          <p:nvPr/>
        </p:nvPicPr>
        <p:blipFill>
          <a:blip r:embed="rId57">
            <a:alphaModFix amt="40000"/>
          </a:blip>
          <a:stretch>
            <a:fillRect/>
          </a:stretch>
        </p:blipFill>
        <p:spPr>
          <a:xfrm>
            <a:off x="28197336" y="10445980"/>
            <a:ext cx="692214" cy="91440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E1068EE3-33AA-8C40-9270-84FA808F22E3}"/>
              </a:ext>
            </a:extLst>
          </p:cNvPr>
          <p:cNvPicPr>
            <a:picLocks noChangeAspect="1"/>
          </p:cNvPicPr>
          <p:nvPr/>
        </p:nvPicPr>
        <p:blipFill>
          <a:blip r:embed="rId57">
            <a:alphaModFix amt="40000"/>
          </a:blip>
          <a:stretch>
            <a:fillRect/>
          </a:stretch>
        </p:blipFill>
        <p:spPr>
          <a:xfrm>
            <a:off x="28197339" y="12735482"/>
            <a:ext cx="346107" cy="457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0DFBF9B1-D154-9F46-9CAE-1D94884298DB}"/>
                  </a:ext>
                </a:extLst>
              </p:cNvPr>
              <p:cNvSpPr/>
              <p:nvPr/>
            </p:nvSpPr>
            <p:spPr>
              <a:xfrm>
                <a:off x="28052200" y="9690244"/>
                <a:ext cx="1673447" cy="736354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Output</a:t>
                </a:r>
                <a:endParaRPr lang="en-BE" sz="200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3×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0DFBF9B1-D154-9F46-9CAE-1D94884298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2200" y="9690244"/>
                <a:ext cx="1673447" cy="736354"/>
              </a:xfrm>
              <a:prstGeom prst="rect">
                <a:avLst/>
              </a:prstGeom>
              <a:blipFill>
                <a:blip r:embed="rId61"/>
                <a:stretch>
                  <a:fillRect t="-3448"/>
                </a:stretch>
              </a:blipFill>
              <a:ln w="254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828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272B-2B73-8347-8FCB-4AE28A78D630}"/>
              </a:ext>
            </a:extLst>
          </p:cNvPr>
          <p:cNvGrpSpPr/>
          <p:nvPr/>
        </p:nvGrpSpPr>
        <p:grpSpPr>
          <a:xfrm>
            <a:off x="13080914" y="5827532"/>
            <a:ext cx="17291529" cy="10106542"/>
            <a:chOff x="13080914" y="5827532"/>
            <a:chExt cx="17291529" cy="1010654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8FC62A4-CF63-914B-9825-72686C9DC9A2}"/>
                </a:ext>
              </a:extLst>
            </p:cNvPr>
            <p:cNvGrpSpPr/>
            <p:nvPr/>
          </p:nvGrpSpPr>
          <p:grpSpPr>
            <a:xfrm>
              <a:off x="17237157" y="15466074"/>
              <a:ext cx="5208732" cy="468000"/>
              <a:chOff x="17196548" y="15466074"/>
              <a:chExt cx="5208732" cy="468000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300CE861-D64A-1843-A005-9FA1F2587D99}"/>
                  </a:ext>
                </a:extLst>
              </p:cNvPr>
              <p:cNvSpPr/>
              <p:nvPr/>
            </p:nvSpPr>
            <p:spPr>
              <a:xfrm>
                <a:off x="17196548" y="15466074"/>
                <a:ext cx="2160000" cy="468000"/>
              </a:xfrm>
              <a:prstGeom prst="rect">
                <a:avLst/>
              </a:prstGeom>
              <a:solidFill>
                <a:srgbClr val="FF2600">
                  <a:alpha val="20202"/>
                </a:srgb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Downsample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6367608-F0A0-E34F-B290-E4FFD5209900}"/>
                  </a:ext>
                </a:extLst>
              </p:cNvPr>
              <p:cNvSpPr/>
              <p:nvPr/>
            </p:nvSpPr>
            <p:spPr>
              <a:xfrm>
                <a:off x="20245280" y="15466074"/>
                <a:ext cx="2160000" cy="468000"/>
              </a:xfrm>
              <a:prstGeom prst="rect">
                <a:avLst/>
              </a:prstGeom>
              <a:solidFill>
                <a:srgbClr val="0432FF">
                  <a:alpha val="15000"/>
                </a:srgb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Factorizer Block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ED646C1-7860-3849-AFEB-71EC0D631BFC}"/>
                </a:ext>
              </a:extLst>
            </p:cNvPr>
            <p:cNvGrpSpPr/>
            <p:nvPr/>
          </p:nvGrpSpPr>
          <p:grpSpPr>
            <a:xfrm>
              <a:off x="15851451" y="6673532"/>
              <a:ext cx="7980145" cy="7723836"/>
              <a:chOff x="15851451" y="6673532"/>
              <a:chExt cx="7980145" cy="7723836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53D6F27E-3EC5-054A-AEA0-35A30E5D964D}"/>
                  </a:ext>
                </a:extLst>
              </p:cNvPr>
              <p:cNvGrpSpPr/>
              <p:nvPr/>
            </p:nvGrpSpPr>
            <p:grpSpPr>
              <a:xfrm>
                <a:off x="15851451" y="6673533"/>
                <a:ext cx="2160000" cy="7208315"/>
                <a:chOff x="15851451" y="6673533"/>
                <a:chExt cx="2160000" cy="7208315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8A2BE854-A1E2-7D4F-8479-A09BE3193EB4}"/>
                    </a:ext>
                  </a:extLst>
                </p:cNvPr>
                <p:cNvSpPr/>
                <p:nvPr/>
              </p:nvSpPr>
              <p:spPr>
                <a:xfrm>
                  <a:off x="15851451" y="8746504"/>
                  <a:ext cx="2160000" cy="468000"/>
                </a:xfrm>
                <a:prstGeom prst="rect">
                  <a:avLst/>
                </a:prstGeom>
                <a:solidFill>
                  <a:srgbClr val="FF2600">
                    <a:alpha val="20202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Downsample</a:t>
                  </a:r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166E396E-7C4C-734B-BC7B-6B21699E3941}"/>
                    </a:ext>
                  </a:extLst>
                </p:cNvPr>
                <p:cNvSpPr/>
                <p:nvPr/>
              </p:nvSpPr>
              <p:spPr>
                <a:xfrm>
                  <a:off x="15851451" y="9267904"/>
                  <a:ext cx="2160000" cy="468000"/>
                </a:xfrm>
                <a:prstGeom prst="rect">
                  <a:avLst/>
                </a:prstGeom>
                <a:solidFill>
                  <a:srgbClr val="0432FF">
                    <a:alpha val="15000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Factorizer Block</a:t>
                  </a:r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3221EFC-1B24-784C-A391-45FED20945D1}"/>
                    </a:ext>
                  </a:extLst>
                </p:cNvPr>
                <p:cNvSpPr/>
                <p:nvPr/>
              </p:nvSpPr>
              <p:spPr>
                <a:xfrm>
                  <a:off x="15851451" y="7194933"/>
                  <a:ext cx="2160000" cy="468000"/>
                </a:xfrm>
                <a:prstGeom prst="rect">
                  <a:avLst/>
                </a:prstGeom>
                <a:solidFill>
                  <a:srgbClr val="0432FF">
                    <a:alpha val="15000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Factorizer Block</a:t>
                  </a: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19720B22-DCBD-2D4F-9751-F8ED8130C315}"/>
                    </a:ext>
                  </a:extLst>
                </p:cNvPr>
                <p:cNvSpPr/>
                <p:nvPr/>
              </p:nvSpPr>
              <p:spPr>
                <a:xfrm>
                  <a:off x="15851451" y="6673533"/>
                  <a:ext cx="2160000" cy="468000"/>
                </a:xfrm>
                <a:prstGeom prst="rect">
                  <a:avLst/>
                </a:prstGeom>
                <a:solidFill>
                  <a:srgbClr val="AB7942">
                    <a:alpha val="24614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Stem Block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F7875D3E-5E37-CE48-91CE-DBC900B7FB44}"/>
                    </a:ext>
                  </a:extLst>
                </p:cNvPr>
                <p:cNvSpPr/>
                <p:nvPr/>
              </p:nvSpPr>
              <p:spPr>
                <a:xfrm>
                  <a:off x="15851451" y="10820344"/>
                  <a:ext cx="2160000" cy="468000"/>
                </a:xfrm>
                <a:prstGeom prst="rect">
                  <a:avLst/>
                </a:prstGeom>
                <a:solidFill>
                  <a:srgbClr val="FF2600">
                    <a:alpha val="20202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Downsample</a:t>
                  </a:r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7244CA3-CA48-CD4D-9C65-5A8EDCE382D0}"/>
                    </a:ext>
                  </a:extLst>
                </p:cNvPr>
                <p:cNvSpPr/>
                <p:nvPr/>
              </p:nvSpPr>
              <p:spPr>
                <a:xfrm>
                  <a:off x="15851451" y="11341744"/>
                  <a:ext cx="2160000" cy="468000"/>
                </a:xfrm>
                <a:prstGeom prst="rect">
                  <a:avLst/>
                </a:prstGeom>
                <a:solidFill>
                  <a:srgbClr val="0432FF">
                    <a:alpha val="15000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Factorizer Block</a:t>
                  </a:r>
                </a:p>
              </p:txBody>
            </p: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E72D29E8-6096-3340-94B1-4F603ACCE0B3}"/>
                    </a:ext>
                  </a:extLst>
                </p:cNvPr>
                <p:cNvCxnSpPr>
                  <a:cxnSpLocks/>
                  <a:stCxn id="9" idx="2"/>
                  <a:endCxn id="14" idx="0"/>
                </p:cNvCxnSpPr>
                <p:nvPr/>
              </p:nvCxnSpPr>
              <p:spPr>
                <a:xfrm>
                  <a:off x="16931451" y="9735904"/>
                  <a:ext cx="0" cy="1084440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DBB9BB91-F7A1-6141-B4B5-2FB804C6B256}"/>
                    </a:ext>
                  </a:extLst>
                </p:cNvPr>
                <p:cNvCxnSpPr>
                  <a:cxnSpLocks/>
                  <a:stCxn id="12" idx="2"/>
                  <a:endCxn id="8" idx="0"/>
                </p:cNvCxnSpPr>
                <p:nvPr/>
              </p:nvCxnSpPr>
              <p:spPr>
                <a:xfrm>
                  <a:off x="16931451" y="7662933"/>
                  <a:ext cx="0" cy="1083571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ED3B089-063C-EE43-BEFD-5C9BADD74543}"/>
                    </a:ext>
                  </a:extLst>
                </p:cNvPr>
                <p:cNvSpPr/>
                <p:nvPr/>
              </p:nvSpPr>
              <p:spPr>
                <a:xfrm>
                  <a:off x="15851451" y="12892448"/>
                  <a:ext cx="2160000" cy="468000"/>
                </a:xfrm>
                <a:prstGeom prst="rect">
                  <a:avLst/>
                </a:prstGeom>
                <a:solidFill>
                  <a:srgbClr val="FF2600">
                    <a:alpha val="20202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Downsample</a:t>
                  </a: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B8934169-32E2-F945-8ED8-4B27A66D7FC6}"/>
                    </a:ext>
                  </a:extLst>
                </p:cNvPr>
                <p:cNvSpPr/>
                <p:nvPr/>
              </p:nvSpPr>
              <p:spPr>
                <a:xfrm>
                  <a:off x="15851451" y="13413848"/>
                  <a:ext cx="2160000" cy="468000"/>
                </a:xfrm>
                <a:prstGeom prst="rect">
                  <a:avLst/>
                </a:prstGeom>
                <a:solidFill>
                  <a:srgbClr val="0432FF">
                    <a:alpha val="15000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Factorizer Block</a:t>
                  </a:r>
                </a:p>
              </p:txBody>
            </p:sp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8A3D117E-02FB-234B-8027-82D44611E7A5}"/>
                    </a:ext>
                  </a:extLst>
                </p:cNvPr>
                <p:cNvCxnSpPr>
                  <a:cxnSpLocks/>
                  <a:stCxn id="15" idx="2"/>
                  <a:endCxn id="22" idx="0"/>
                </p:cNvCxnSpPr>
                <p:nvPr/>
              </p:nvCxnSpPr>
              <p:spPr>
                <a:xfrm>
                  <a:off x="16931451" y="11809744"/>
                  <a:ext cx="0" cy="1082704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24217766-F135-E948-A575-FD2B75148B29}"/>
                  </a:ext>
                </a:extLst>
              </p:cNvPr>
              <p:cNvGrpSpPr/>
              <p:nvPr/>
            </p:nvGrpSpPr>
            <p:grpSpPr>
              <a:xfrm>
                <a:off x="21671596" y="6673532"/>
                <a:ext cx="2160000" cy="7723836"/>
                <a:chOff x="21480211" y="6673532"/>
                <a:chExt cx="2160000" cy="7723836"/>
              </a:xfrm>
            </p:grpSpPr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2CB80008-1402-5744-A6F5-1167A2274D79}"/>
                    </a:ext>
                  </a:extLst>
                </p:cNvPr>
                <p:cNvSpPr/>
                <p:nvPr/>
              </p:nvSpPr>
              <p:spPr>
                <a:xfrm>
                  <a:off x="21480211" y="9264964"/>
                  <a:ext cx="2160000" cy="468000"/>
                </a:xfrm>
                <a:prstGeom prst="rect">
                  <a:avLst/>
                </a:prstGeom>
                <a:solidFill>
                  <a:schemeClr val="tx1">
                    <a:alpha val="10000"/>
                  </a:scheme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Concatenate</a:t>
                  </a:r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653414FE-70B9-5748-9E63-E032E3D91C83}"/>
                    </a:ext>
                  </a:extLst>
                </p:cNvPr>
                <p:cNvSpPr/>
                <p:nvPr/>
              </p:nvSpPr>
              <p:spPr>
                <a:xfrm>
                  <a:off x="21480211" y="9783424"/>
                  <a:ext cx="2160000" cy="468000"/>
                </a:xfrm>
                <a:prstGeom prst="rect">
                  <a:avLst/>
                </a:prstGeom>
                <a:solidFill>
                  <a:srgbClr val="009193">
                    <a:alpha val="30202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Upsample</a:t>
                  </a: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E326EA0C-3C3C-A344-BA68-227DAD07B4A2}"/>
                    </a:ext>
                  </a:extLst>
                </p:cNvPr>
                <p:cNvSpPr/>
                <p:nvPr/>
              </p:nvSpPr>
              <p:spPr>
                <a:xfrm>
                  <a:off x="21480211" y="8746504"/>
                  <a:ext cx="2160000" cy="468000"/>
                </a:xfrm>
                <a:prstGeom prst="rect">
                  <a:avLst/>
                </a:prstGeom>
                <a:solidFill>
                  <a:srgbClr val="0432FF">
                    <a:alpha val="15000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Factorizer Block</a:t>
                  </a:r>
                </a:p>
              </p:txBody>
            </p:sp>
            <p:sp>
              <p:nvSpPr>
                <p:cNvPr id="47" name="Rectangle 46">
                  <a:extLst>
                    <a:ext uri="{FF2B5EF4-FFF2-40B4-BE49-F238E27FC236}">
                      <a16:creationId xmlns:a16="http://schemas.microsoft.com/office/drawing/2014/main" id="{A80FD990-9D96-A449-90C9-1DA61FBD62BA}"/>
                    </a:ext>
                  </a:extLst>
                </p:cNvPr>
                <p:cNvSpPr/>
                <p:nvPr/>
              </p:nvSpPr>
              <p:spPr>
                <a:xfrm>
                  <a:off x="21480211" y="11337936"/>
                  <a:ext cx="2160000" cy="468000"/>
                </a:xfrm>
                <a:prstGeom prst="rect">
                  <a:avLst/>
                </a:prstGeom>
                <a:solidFill>
                  <a:schemeClr val="tx1">
                    <a:alpha val="10000"/>
                  </a:scheme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Concatenate</a:t>
                  </a:r>
                </a:p>
              </p:txBody>
            </p:sp>
            <p:sp>
              <p:nvSpPr>
                <p:cNvPr id="48" name="Rectangle 47">
                  <a:extLst>
                    <a:ext uri="{FF2B5EF4-FFF2-40B4-BE49-F238E27FC236}">
                      <a16:creationId xmlns:a16="http://schemas.microsoft.com/office/drawing/2014/main" id="{62F56534-1EBD-A741-B483-F6FAEB9D324B}"/>
                    </a:ext>
                  </a:extLst>
                </p:cNvPr>
                <p:cNvSpPr/>
                <p:nvPr/>
              </p:nvSpPr>
              <p:spPr>
                <a:xfrm>
                  <a:off x="21480211" y="11856396"/>
                  <a:ext cx="2160000" cy="468000"/>
                </a:xfrm>
                <a:prstGeom prst="rect">
                  <a:avLst/>
                </a:prstGeom>
                <a:solidFill>
                  <a:srgbClr val="009193">
                    <a:alpha val="30202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Upsample</a:t>
                  </a:r>
                </a:p>
              </p:txBody>
            </p: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61942DFA-9E4A-B542-ABD7-78A2B5618332}"/>
                    </a:ext>
                  </a:extLst>
                </p:cNvPr>
                <p:cNvSpPr/>
                <p:nvPr/>
              </p:nvSpPr>
              <p:spPr>
                <a:xfrm>
                  <a:off x="21480211" y="10819476"/>
                  <a:ext cx="2160000" cy="468000"/>
                </a:xfrm>
                <a:prstGeom prst="rect">
                  <a:avLst/>
                </a:prstGeom>
                <a:solidFill>
                  <a:srgbClr val="0432FF">
                    <a:alpha val="15000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Factorizer Block</a:t>
                  </a:r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12D34B49-F9D4-0443-A001-36492E6AB222}"/>
                    </a:ext>
                  </a:extLst>
                </p:cNvPr>
                <p:cNvSpPr/>
                <p:nvPr/>
              </p:nvSpPr>
              <p:spPr>
                <a:xfrm>
                  <a:off x="21480211" y="13410908"/>
                  <a:ext cx="2160000" cy="468000"/>
                </a:xfrm>
                <a:prstGeom prst="rect">
                  <a:avLst/>
                </a:prstGeom>
                <a:solidFill>
                  <a:schemeClr val="tx1">
                    <a:alpha val="10000"/>
                  </a:scheme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Concatenate</a:t>
                  </a:r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09FB08AF-8675-FD47-8CEC-D7F53F902102}"/>
                    </a:ext>
                  </a:extLst>
                </p:cNvPr>
                <p:cNvSpPr/>
                <p:nvPr/>
              </p:nvSpPr>
              <p:spPr>
                <a:xfrm>
                  <a:off x="21480211" y="13929368"/>
                  <a:ext cx="2160000" cy="468000"/>
                </a:xfrm>
                <a:prstGeom prst="rect">
                  <a:avLst/>
                </a:prstGeom>
                <a:solidFill>
                  <a:srgbClr val="009193">
                    <a:alpha val="30202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Upsample</a:t>
                  </a:r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C8B79EFA-0710-E94E-85E4-8D7AFBECC87C}"/>
                    </a:ext>
                  </a:extLst>
                </p:cNvPr>
                <p:cNvSpPr/>
                <p:nvPr/>
              </p:nvSpPr>
              <p:spPr>
                <a:xfrm>
                  <a:off x="21480211" y="12892448"/>
                  <a:ext cx="2160000" cy="468000"/>
                </a:xfrm>
                <a:prstGeom prst="rect">
                  <a:avLst/>
                </a:prstGeom>
                <a:solidFill>
                  <a:srgbClr val="0432FF">
                    <a:alpha val="15000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Factorizer Block</a:t>
                  </a:r>
                </a:p>
              </p:txBody>
            </p:sp>
            <p:sp>
              <p:nvSpPr>
                <p:cNvPr id="65" name="Rectangle 64">
                  <a:extLst>
                    <a:ext uri="{FF2B5EF4-FFF2-40B4-BE49-F238E27FC236}">
                      <a16:creationId xmlns:a16="http://schemas.microsoft.com/office/drawing/2014/main" id="{3305D29B-F6E4-FC4E-A0F6-E5E2CF26D0F9}"/>
                    </a:ext>
                  </a:extLst>
                </p:cNvPr>
                <p:cNvSpPr/>
                <p:nvPr/>
              </p:nvSpPr>
              <p:spPr>
                <a:xfrm>
                  <a:off x="21480211" y="7191992"/>
                  <a:ext cx="2160000" cy="468000"/>
                </a:xfrm>
                <a:prstGeom prst="rect">
                  <a:avLst/>
                </a:prstGeom>
                <a:solidFill>
                  <a:schemeClr val="tx1">
                    <a:alpha val="10000"/>
                  </a:scheme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Concatenate</a:t>
                  </a:r>
                </a:p>
              </p:txBody>
            </p:sp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F7322364-02F2-7E48-8E35-ED34D16056F4}"/>
                    </a:ext>
                  </a:extLst>
                </p:cNvPr>
                <p:cNvSpPr/>
                <p:nvPr/>
              </p:nvSpPr>
              <p:spPr>
                <a:xfrm>
                  <a:off x="21480211" y="7710452"/>
                  <a:ext cx="2160000" cy="468000"/>
                </a:xfrm>
                <a:prstGeom prst="rect">
                  <a:avLst/>
                </a:prstGeom>
                <a:solidFill>
                  <a:srgbClr val="009193">
                    <a:alpha val="30202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Upsample</a:t>
                  </a: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A2B14D42-332E-2947-BF8A-7A6161FD0706}"/>
                    </a:ext>
                  </a:extLst>
                </p:cNvPr>
                <p:cNvSpPr/>
                <p:nvPr/>
              </p:nvSpPr>
              <p:spPr>
                <a:xfrm>
                  <a:off x="21480211" y="6673532"/>
                  <a:ext cx="2160000" cy="468000"/>
                </a:xfrm>
                <a:prstGeom prst="rect">
                  <a:avLst/>
                </a:prstGeom>
                <a:solidFill>
                  <a:srgbClr val="0432FF">
                    <a:alpha val="15000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Factorizer Block</a:t>
                  </a:r>
                </a:p>
              </p:txBody>
            </p:sp>
            <p:cxnSp>
              <p:nvCxnSpPr>
                <p:cNvPr id="69" name="Straight Arrow Connector 68">
                  <a:extLst>
                    <a:ext uri="{FF2B5EF4-FFF2-40B4-BE49-F238E27FC236}">
                      <a16:creationId xmlns:a16="http://schemas.microsoft.com/office/drawing/2014/main" id="{0937F3F4-949F-F14A-90BC-8F475CF2AEAD}"/>
                    </a:ext>
                  </a:extLst>
                </p:cNvPr>
                <p:cNvCxnSpPr>
                  <a:cxnSpLocks/>
                  <a:stCxn id="66" idx="2"/>
                  <a:endCxn id="45" idx="0"/>
                </p:cNvCxnSpPr>
                <p:nvPr/>
              </p:nvCxnSpPr>
              <p:spPr>
                <a:xfrm>
                  <a:off x="22560211" y="8178452"/>
                  <a:ext cx="0" cy="56805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Arrow Connector 72">
                  <a:extLst>
                    <a:ext uri="{FF2B5EF4-FFF2-40B4-BE49-F238E27FC236}">
                      <a16:creationId xmlns:a16="http://schemas.microsoft.com/office/drawing/2014/main" id="{6A87F2B3-68FA-2449-861F-A30D50F19CFA}"/>
                    </a:ext>
                  </a:extLst>
                </p:cNvPr>
                <p:cNvCxnSpPr>
                  <a:cxnSpLocks/>
                  <a:stCxn id="44" idx="2"/>
                  <a:endCxn id="49" idx="0"/>
                </p:cNvCxnSpPr>
                <p:nvPr/>
              </p:nvCxnSpPr>
              <p:spPr>
                <a:xfrm>
                  <a:off x="22560211" y="10251424"/>
                  <a:ext cx="0" cy="56805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Arrow Connector 81">
                  <a:extLst>
                    <a:ext uri="{FF2B5EF4-FFF2-40B4-BE49-F238E27FC236}">
                      <a16:creationId xmlns:a16="http://schemas.microsoft.com/office/drawing/2014/main" id="{451C89A6-ADDB-6948-8425-3098C984FF48}"/>
                    </a:ext>
                  </a:extLst>
                </p:cNvPr>
                <p:cNvCxnSpPr>
                  <a:cxnSpLocks/>
                  <a:stCxn id="48" idx="2"/>
                  <a:endCxn id="59" idx="0"/>
                </p:cNvCxnSpPr>
                <p:nvPr/>
              </p:nvCxnSpPr>
              <p:spPr>
                <a:xfrm>
                  <a:off x="22560211" y="12324396"/>
                  <a:ext cx="0" cy="568052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86" name="Elbow Connector 85">
              <a:extLst>
                <a:ext uri="{FF2B5EF4-FFF2-40B4-BE49-F238E27FC236}">
                  <a16:creationId xmlns:a16="http://schemas.microsoft.com/office/drawing/2014/main" id="{1D0F279C-EDBF-9C41-BBE5-3D02AA7C6EB9}"/>
                </a:ext>
              </a:extLst>
            </p:cNvPr>
            <p:cNvCxnSpPr>
              <a:cxnSpLocks/>
              <a:stCxn id="61" idx="3"/>
              <a:endCxn id="58" idx="2"/>
            </p:cNvCxnSpPr>
            <p:nvPr/>
          </p:nvCxnSpPr>
          <p:spPr>
            <a:xfrm flipV="1">
              <a:off x="22445889" y="14397368"/>
              <a:ext cx="305707" cy="1302706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CBEA3586-42BE-2648-83D5-A084B93C86E4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15279023" y="6907532"/>
              <a:ext cx="572428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1" name="Picture 90">
              <a:extLst>
                <a:ext uri="{FF2B5EF4-FFF2-40B4-BE49-F238E27FC236}">
                  <a16:creationId xmlns:a16="http://schemas.microsoft.com/office/drawing/2014/main" id="{188DE3D8-E98A-B343-9BC5-1270807B3F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57516" y="5827532"/>
              <a:ext cx="1798564" cy="2160000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F169BCB1-CF7A-5C4E-A512-13883E6BF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740445" y="5840217"/>
              <a:ext cx="1383170" cy="1827152"/>
            </a:xfrm>
            <a:prstGeom prst="rect">
              <a:avLst/>
            </a:prstGeom>
          </p:spPr>
        </p:pic>
        <p:pic>
          <p:nvPicPr>
            <p:cNvPr id="96" name="Picture 95">
              <a:extLst>
                <a:ext uri="{FF2B5EF4-FFF2-40B4-BE49-F238E27FC236}">
                  <a16:creationId xmlns:a16="http://schemas.microsoft.com/office/drawing/2014/main" id="{1CA77CCA-462B-DD42-9457-0A6B96B690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5000"/>
            </a:blip>
            <a:stretch>
              <a:fillRect/>
            </a:stretch>
          </p:blipFill>
          <p:spPr>
            <a:xfrm>
              <a:off x="26735135" y="8535989"/>
              <a:ext cx="692214" cy="914400"/>
            </a:xfrm>
            <a:prstGeom prst="rect">
              <a:avLst/>
            </a:prstGeom>
          </p:spPr>
        </p:pic>
        <p:pic>
          <p:nvPicPr>
            <p:cNvPr id="97" name="Picture 96">
              <a:extLst>
                <a:ext uri="{FF2B5EF4-FFF2-40B4-BE49-F238E27FC236}">
                  <a16:creationId xmlns:a16="http://schemas.microsoft.com/office/drawing/2014/main" id="{789FDAC9-1E22-174B-B38A-1EE4AB81B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26735135" y="10826398"/>
              <a:ext cx="346107" cy="457200"/>
            </a:xfrm>
            <a:prstGeom prst="rect">
              <a:avLst/>
            </a:prstGeom>
          </p:spPr>
        </p:pic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656B0BB8-AAD2-2E4B-BCA9-F9107E26B0A2}"/>
                </a:ext>
              </a:extLst>
            </p:cNvPr>
            <p:cNvSpPr/>
            <p:nvPr/>
          </p:nvSpPr>
          <p:spPr>
            <a:xfrm>
              <a:off x="24397158" y="6673532"/>
              <a:ext cx="1620000" cy="468000"/>
            </a:xfrm>
            <a:prstGeom prst="rect">
              <a:avLst/>
            </a:prstGeom>
            <a:solidFill>
              <a:srgbClr val="521B93">
                <a:alpha val="20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Head Block</a:t>
              </a: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838F47FE-0D13-E943-B605-C7B2CC6E49B3}"/>
                </a:ext>
              </a:extLst>
            </p:cNvPr>
            <p:cNvCxnSpPr>
              <a:cxnSpLocks/>
              <a:stCxn id="67" idx="3"/>
              <a:endCxn id="101" idx="1"/>
            </p:cNvCxnSpPr>
            <p:nvPr/>
          </p:nvCxnSpPr>
          <p:spPr>
            <a:xfrm>
              <a:off x="23831596" y="6907532"/>
              <a:ext cx="56556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D07E658-0ECD-C749-A3DF-94FB5F7ABFA3}"/>
                </a:ext>
              </a:extLst>
            </p:cNvPr>
            <p:cNvSpPr/>
            <p:nvPr/>
          </p:nvSpPr>
          <p:spPr>
            <a:xfrm>
              <a:off x="24397158" y="8746504"/>
              <a:ext cx="1620000" cy="468000"/>
            </a:xfrm>
            <a:prstGeom prst="rect">
              <a:avLst/>
            </a:prstGeom>
            <a:solidFill>
              <a:srgbClr val="521B93">
                <a:alpha val="15000"/>
              </a:srgbClr>
            </a:solidFill>
            <a:ln w="25400"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>
                      <a:alpha val="14781"/>
                    </a:schemeClr>
                  </a:solidFill>
                </a:rPr>
                <a:t>Head Block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9A377F1-C4E3-AB4F-9E6A-19F2C91036A1}"/>
                </a:ext>
              </a:extLst>
            </p:cNvPr>
            <p:cNvSpPr/>
            <p:nvPr/>
          </p:nvSpPr>
          <p:spPr>
            <a:xfrm>
              <a:off x="24397158" y="10819476"/>
              <a:ext cx="1620000" cy="468000"/>
            </a:xfrm>
            <a:prstGeom prst="rect">
              <a:avLst/>
            </a:prstGeom>
            <a:solidFill>
              <a:srgbClr val="521B93">
                <a:alpha val="15000"/>
              </a:srgbClr>
            </a:solidFill>
            <a:ln w="25400"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>
                      <a:alpha val="14781"/>
                    </a:schemeClr>
                  </a:solidFill>
                </a:rPr>
                <a:t>Head Block</a:t>
              </a:r>
            </a:p>
          </p:txBody>
        </p:sp>
        <p:cxnSp>
          <p:nvCxnSpPr>
            <p:cNvPr id="122" name="Straight Arrow Connector 121">
              <a:extLst>
                <a:ext uri="{FF2B5EF4-FFF2-40B4-BE49-F238E27FC236}">
                  <a16:creationId xmlns:a16="http://schemas.microsoft.com/office/drawing/2014/main" id="{4F0810B6-001A-C747-BA0B-095436E08605}"/>
                </a:ext>
              </a:extLst>
            </p:cNvPr>
            <p:cNvCxnSpPr>
              <a:cxnSpLocks/>
              <a:stCxn id="45" idx="3"/>
              <a:endCxn id="120" idx="1"/>
            </p:cNvCxnSpPr>
            <p:nvPr/>
          </p:nvCxnSpPr>
          <p:spPr>
            <a:xfrm>
              <a:off x="23831596" y="8980504"/>
              <a:ext cx="565562" cy="0"/>
            </a:xfrm>
            <a:prstGeom prst="straightConnector1">
              <a:avLst/>
            </a:prstGeom>
            <a:ln w="25400">
              <a:solidFill>
                <a:schemeClr val="tx1">
                  <a:alpha val="1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CC50292E-86FD-FD4C-B626-C327A78DBD1D}"/>
                </a:ext>
              </a:extLst>
            </p:cNvPr>
            <p:cNvCxnSpPr>
              <a:cxnSpLocks/>
              <a:stCxn id="49" idx="3"/>
              <a:endCxn id="121" idx="1"/>
            </p:cNvCxnSpPr>
            <p:nvPr/>
          </p:nvCxnSpPr>
          <p:spPr>
            <a:xfrm>
              <a:off x="23831596" y="11053476"/>
              <a:ext cx="565562" cy="0"/>
            </a:xfrm>
            <a:prstGeom prst="straightConnector1">
              <a:avLst/>
            </a:prstGeom>
            <a:ln w="25400">
              <a:solidFill>
                <a:schemeClr val="tx1">
                  <a:alpha val="1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81D37485-0F65-3A47-B0B1-DB1F2DD0D4A1}"/>
                </a:ext>
              </a:extLst>
            </p:cNvPr>
            <p:cNvCxnSpPr>
              <a:cxnSpLocks/>
              <a:stCxn id="101" idx="3"/>
            </p:cNvCxnSpPr>
            <p:nvPr/>
          </p:nvCxnSpPr>
          <p:spPr>
            <a:xfrm>
              <a:off x="26017158" y="6907532"/>
              <a:ext cx="5734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FDCA59C7-108D-2148-B4D7-4647E31A7BAE}"/>
                </a:ext>
              </a:extLst>
            </p:cNvPr>
            <p:cNvCxnSpPr>
              <a:cxnSpLocks/>
              <a:stCxn id="120" idx="3"/>
            </p:cNvCxnSpPr>
            <p:nvPr/>
          </p:nvCxnSpPr>
          <p:spPr>
            <a:xfrm>
              <a:off x="26017158" y="8980504"/>
              <a:ext cx="573467" cy="0"/>
            </a:xfrm>
            <a:prstGeom prst="straightConnector1">
              <a:avLst/>
            </a:prstGeom>
            <a:ln w="25400">
              <a:solidFill>
                <a:schemeClr val="tx1">
                  <a:alpha val="1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47723914-5B77-FA4A-9017-0F0BBA28F285}"/>
                </a:ext>
              </a:extLst>
            </p:cNvPr>
            <p:cNvCxnSpPr>
              <a:cxnSpLocks/>
              <a:stCxn id="121" idx="3"/>
            </p:cNvCxnSpPr>
            <p:nvPr/>
          </p:nvCxnSpPr>
          <p:spPr>
            <a:xfrm>
              <a:off x="26017158" y="11053476"/>
              <a:ext cx="573467" cy="0"/>
            </a:xfrm>
            <a:prstGeom prst="straightConnector1">
              <a:avLst/>
            </a:prstGeom>
            <a:ln w="25400">
              <a:solidFill>
                <a:schemeClr val="tx1">
                  <a:alpha val="1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AB4A0927-9E0E-994F-9CF9-A737E12D9DD4}"/>
                </a:ext>
              </a:extLst>
            </p:cNvPr>
            <p:cNvCxnSpPr>
              <a:cxnSpLocks/>
              <a:stCxn id="12" idx="3"/>
              <a:endCxn id="65" idx="1"/>
            </p:cNvCxnSpPr>
            <p:nvPr/>
          </p:nvCxnSpPr>
          <p:spPr>
            <a:xfrm flipV="1">
              <a:off x="18011451" y="7425992"/>
              <a:ext cx="3660145" cy="29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84371383-4EB0-6A4A-B929-EFD250943D35}"/>
                </a:ext>
              </a:extLst>
            </p:cNvPr>
            <p:cNvCxnSpPr>
              <a:cxnSpLocks/>
              <a:stCxn id="9" idx="3"/>
              <a:endCxn id="43" idx="1"/>
            </p:cNvCxnSpPr>
            <p:nvPr/>
          </p:nvCxnSpPr>
          <p:spPr>
            <a:xfrm flipV="1">
              <a:off x="18011451" y="9498964"/>
              <a:ext cx="3660145" cy="29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C95314E4-960F-4B48-9FF9-3BB7D275851B}"/>
                </a:ext>
              </a:extLst>
            </p:cNvPr>
            <p:cNvCxnSpPr>
              <a:cxnSpLocks/>
              <a:stCxn id="15" idx="3"/>
              <a:endCxn id="47" idx="1"/>
            </p:cNvCxnSpPr>
            <p:nvPr/>
          </p:nvCxnSpPr>
          <p:spPr>
            <a:xfrm flipV="1">
              <a:off x="18011451" y="11571936"/>
              <a:ext cx="3660145" cy="3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8897A6D4-0380-7443-94C3-E3CF902316CE}"/>
                </a:ext>
              </a:extLst>
            </p:cNvPr>
            <p:cNvCxnSpPr>
              <a:cxnSpLocks/>
              <a:stCxn id="23" idx="3"/>
              <a:endCxn id="57" idx="1"/>
            </p:cNvCxnSpPr>
            <p:nvPr/>
          </p:nvCxnSpPr>
          <p:spPr>
            <a:xfrm flipV="1">
              <a:off x="18011451" y="13644908"/>
              <a:ext cx="3660145" cy="29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6F56E81C-F546-D745-81C3-A0195C5A5552}"/>
                </a:ext>
              </a:extLst>
            </p:cNvPr>
            <p:cNvGrpSpPr/>
            <p:nvPr/>
          </p:nvGrpSpPr>
          <p:grpSpPr>
            <a:xfrm>
              <a:off x="24110424" y="13103559"/>
              <a:ext cx="6262019" cy="2779016"/>
              <a:chOff x="11468775" y="9016373"/>
              <a:chExt cx="6262019" cy="2779016"/>
            </a:xfrm>
          </p:grpSpPr>
          <p:sp>
            <p:nvSpPr>
              <p:cNvPr id="165" name="Rounded Rectangle 164">
                <a:extLst>
                  <a:ext uri="{FF2B5EF4-FFF2-40B4-BE49-F238E27FC236}">
                    <a16:creationId xmlns:a16="http://schemas.microsoft.com/office/drawing/2014/main" id="{ECFE2E02-7763-5644-B6D0-3BA2D0A6537F}"/>
                  </a:ext>
                </a:extLst>
              </p:cNvPr>
              <p:cNvSpPr/>
              <p:nvPr/>
            </p:nvSpPr>
            <p:spPr>
              <a:xfrm>
                <a:off x="11468775" y="9016373"/>
                <a:ext cx="6228000" cy="277901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  <a:alpha val="49706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1FA93622-B443-4B4F-8FB5-0902D9835FAD}"/>
                  </a:ext>
                </a:extLst>
              </p:cNvPr>
              <p:cNvSpPr/>
              <p:nvPr/>
            </p:nvSpPr>
            <p:spPr>
              <a:xfrm>
                <a:off x="13480161" y="9877013"/>
                <a:ext cx="3096092" cy="46800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r>
                  <a:rPr lang="en-GB" sz="2200" b="1" dirty="0">
                    <a:solidFill>
                      <a:schemeClr val="tx1"/>
                    </a:solidFill>
                  </a:rPr>
                  <a:t>Pointwise C</a:t>
                </a:r>
                <a:r>
                  <a:rPr lang="en-BE" sz="2200" b="1" dirty="0">
                    <a:solidFill>
                      <a:schemeClr val="tx1"/>
                    </a:solidFill>
                  </a:rPr>
                  <a:t>onv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62667196-F595-0342-A32E-BDDF44FA1491}"/>
                      </a:ext>
                    </a:extLst>
                  </p:cNvPr>
                  <p:cNvSpPr/>
                  <p:nvPr/>
                </p:nvSpPr>
                <p:spPr>
                  <a:xfrm>
                    <a:off x="13480161" y="10476760"/>
                    <a:ext cx="3096092" cy="46800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vert="horz" rtlCol="0" anchor="ctr"/>
                  <a:lstStyle/>
                  <a:p>
                    <a:r>
                      <a:rPr lang="en-GB" sz="2200" b="1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BE" sz="2200" b="1" dirty="0">
                        <a:solidFill>
                          <a:schemeClr val="tx1"/>
                        </a:solidFill>
                      </a:rPr>
                      <a:t>onv </a:t>
                    </a:r>
                    <a14:m>
                      <m:oMath xmlns:m="http://schemas.openxmlformats.org/officeDocument/2006/math"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oMath>
                    </a14:m>
                    <a:r>
                      <a:rPr lang="en-BE" sz="2200" b="1" dirty="0">
                        <a:solidFill>
                          <a:schemeClr val="tx1"/>
                        </a:solidFill>
                      </a:rPr>
                      <a:t>, stride </a:t>
                    </a:r>
                    <a14:m>
                      <m:oMath xmlns:m="http://schemas.openxmlformats.org/officeDocument/2006/math"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a14:m>
                    <a:endParaRPr lang="en-BE" sz="22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62667196-F595-0342-A32E-BDDF44FA1491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80161" y="10476760"/>
                    <a:ext cx="3096092" cy="468000"/>
                  </a:xfrm>
                  <a:prstGeom prst="rect">
                    <a:avLst/>
                  </a:prstGeom>
                  <a:blipFill>
                    <a:blip r:embed="rId59"/>
                    <a:stretch>
                      <a:fillRect l="-2449" t="-5405" b="-2432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E27C1416-E9AF-F04E-8C5C-E7EB5F5FEC35}"/>
                  </a:ext>
                </a:extLst>
              </p:cNvPr>
              <p:cNvSpPr/>
              <p:nvPr/>
            </p:nvSpPr>
            <p:spPr>
              <a:xfrm>
                <a:off x="11694008" y="9276704"/>
                <a:ext cx="1717488" cy="468000"/>
              </a:xfrm>
              <a:prstGeom prst="rect">
                <a:avLst/>
              </a:prstGeom>
              <a:solidFill>
                <a:srgbClr val="AB7942">
                  <a:alpha val="25000"/>
                </a:srgb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Stem Block</a:t>
                </a: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B8D30FC0-1446-9742-8D04-C0A310159562}"/>
                  </a:ext>
                </a:extLst>
              </p:cNvPr>
              <p:cNvSpPr/>
              <p:nvPr/>
            </p:nvSpPr>
            <p:spPr>
              <a:xfrm>
                <a:off x="11694008" y="9876732"/>
                <a:ext cx="1717488" cy="468000"/>
              </a:xfrm>
              <a:prstGeom prst="rect">
                <a:avLst/>
              </a:prstGeom>
              <a:solidFill>
                <a:srgbClr val="521B93">
                  <a:alpha val="20000"/>
                </a:srgb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Head Block</a:t>
                </a: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F23A7F1B-3109-A24D-9C2E-599E7F815078}"/>
                  </a:ext>
                </a:extLst>
              </p:cNvPr>
              <p:cNvSpPr/>
              <p:nvPr/>
            </p:nvSpPr>
            <p:spPr>
              <a:xfrm>
                <a:off x="11694008" y="11076788"/>
                <a:ext cx="1717488" cy="468000"/>
              </a:xfrm>
              <a:prstGeom prst="rect">
                <a:avLst/>
              </a:prstGeom>
              <a:solidFill>
                <a:srgbClr val="009193">
                  <a:alpha val="25000"/>
                </a:srgb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Upsample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0" name="Rectangle 159">
                    <a:extLst>
                      <a:ext uri="{FF2B5EF4-FFF2-40B4-BE49-F238E27FC236}">
                        <a16:creationId xmlns:a16="http://schemas.microsoft.com/office/drawing/2014/main" id="{AD569E6F-7BEB-6D4A-B4EB-A2FFABC778B5}"/>
                      </a:ext>
                    </a:extLst>
                  </p:cNvPr>
                  <p:cNvSpPr/>
                  <p:nvPr/>
                </p:nvSpPr>
                <p:spPr>
                  <a:xfrm>
                    <a:off x="13480161" y="9279856"/>
                    <a:ext cx="3096092" cy="46800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vert="horz" rtlCol="0" anchor="ctr"/>
                  <a:lstStyle/>
                  <a:p>
                    <a:r>
                      <a:rPr lang="en-GB" sz="2200" b="1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BE" sz="2200" b="1" dirty="0">
                        <a:solidFill>
                          <a:schemeClr val="tx1"/>
                        </a:solidFill>
                      </a:rPr>
                      <a:t>onv </a:t>
                    </a:r>
                    <a14:m>
                      <m:oMath xmlns:m="http://schemas.openxmlformats.org/officeDocument/2006/math"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oMath>
                    </a14:m>
                    <a:endParaRPr lang="en-BE" sz="2200" b="1" i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0" name="Rectangle 159">
                    <a:extLst>
                      <a:ext uri="{FF2B5EF4-FFF2-40B4-BE49-F238E27FC236}">
                        <a16:creationId xmlns:a16="http://schemas.microsoft.com/office/drawing/2014/main" id="{AD569E6F-7BEB-6D4A-B4EB-A2FFABC778B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80161" y="9279856"/>
                    <a:ext cx="3096092" cy="468000"/>
                  </a:xfrm>
                  <a:prstGeom prst="rect">
                    <a:avLst/>
                  </a:prstGeom>
                  <a:blipFill>
                    <a:blip r:embed="rId60"/>
                    <a:stretch>
                      <a:fillRect l="-2449" t="-2632" b="-23684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2" name="Rectangle 161">
                    <a:extLst>
                      <a:ext uri="{FF2B5EF4-FFF2-40B4-BE49-F238E27FC236}">
                        <a16:creationId xmlns:a16="http://schemas.microsoft.com/office/drawing/2014/main" id="{2AC375F7-CA3B-634A-94BD-98BAD7DFBEAE}"/>
                      </a:ext>
                    </a:extLst>
                  </p:cNvPr>
                  <p:cNvSpPr/>
                  <p:nvPr/>
                </p:nvSpPr>
                <p:spPr>
                  <a:xfrm>
                    <a:off x="13480161" y="11076788"/>
                    <a:ext cx="4250633" cy="468000"/>
                  </a:xfrm>
                  <a:prstGeom prst="rect">
                    <a:avLst/>
                  </a:prstGeom>
                  <a:noFill/>
                  <a:ln w="25400">
                    <a:noFill/>
                  </a:ln>
                </p:spPr>
                <p:style>
                  <a:lnRef idx="2">
                    <a:schemeClr val="accent6">
                      <a:shade val="50000"/>
                    </a:schemeClr>
                  </a:lnRef>
                  <a:fillRef idx="1">
                    <a:schemeClr val="accent6"/>
                  </a:fillRef>
                  <a:effectRef idx="0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vert="horz" rtlCol="0" anchor="ctr"/>
                  <a:lstStyle/>
                  <a:p>
                    <a:r>
                      <a:rPr lang="en-GB" sz="2200" b="1" dirty="0">
                        <a:solidFill>
                          <a:schemeClr val="tx1"/>
                        </a:solidFill>
                      </a:rPr>
                      <a:t>Transposed C</a:t>
                    </a:r>
                    <a:r>
                      <a:rPr lang="en-BE" sz="2200" b="1" dirty="0">
                        <a:solidFill>
                          <a:schemeClr val="tx1"/>
                        </a:solidFill>
                      </a:rPr>
                      <a:t>onv </a:t>
                    </a:r>
                    <a14:m>
                      <m:oMath xmlns:m="http://schemas.openxmlformats.org/officeDocument/2006/math"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oMath>
                    </a14:m>
                    <a:r>
                      <a:rPr lang="en-BE" sz="2200" b="1" dirty="0">
                        <a:solidFill>
                          <a:schemeClr val="tx1"/>
                        </a:solidFill>
                      </a:rPr>
                      <a:t>, stride </a:t>
                    </a:r>
                    <a14:m>
                      <m:oMath xmlns:m="http://schemas.openxmlformats.org/officeDocument/2006/math"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a14:m>
                    <a:endParaRPr lang="en-BE" sz="22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62" name="Rectangle 161">
                    <a:extLst>
                      <a:ext uri="{FF2B5EF4-FFF2-40B4-BE49-F238E27FC236}">
                        <a16:creationId xmlns:a16="http://schemas.microsoft.com/office/drawing/2014/main" id="{2AC375F7-CA3B-634A-94BD-98BAD7DFBEA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80161" y="11076788"/>
                    <a:ext cx="4250633" cy="468000"/>
                  </a:xfrm>
                  <a:prstGeom prst="rect">
                    <a:avLst/>
                  </a:prstGeom>
                  <a:blipFill>
                    <a:blip r:embed="rId61"/>
                    <a:stretch>
                      <a:fillRect l="-1786" t="-5263" b="-21053"/>
                    </a:stretch>
                  </a:blipFill>
                  <a:ln w="254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6BD6FD00-8847-324B-B7D2-86DA39B33AC0}"/>
                  </a:ext>
                </a:extLst>
              </p:cNvPr>
              <p:cNvSpPr/>
              <p:nvPr/>
            </p:nvSpPr>
            <p:spPr>
              <a:xfrm>
                <a:off x="11694008" y="10476760"/>
                <a:ext cx="1717488" cy="468000"/>
              </a:xfrm>
              <a:prstGeom prst="rect">
                <a:avLst/>
              </a:prstGeom>
              <a:solidFill>
                <a:srgbClr val="FF2600">
                  <a:alpha val="20009"/>
                </a:srgbClr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Downsample</a:t>
                </a:r>
              </a:p>
            </p:txBody>
          </p:sp>
        </p:grp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52A5BB08-2B42-2A40-839D-BB9F6E196522}"/>
                </a:ext>
              </a:extLst>
            </p:cNvPr>
            <p:cNvSpPr/>
            <p:nvPr/>
          </p:nvSpPr>
          <p:spPr>
            <a:xfrm>
              <a:off x="18181020" y="14330203"/>
              <a:ext cx="1507278" cy="8340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ea typeface="Cambria Math" panose="02040503050406030204" pitchFamily="18" charset="0"/>
                </a:rPr>
                <a:t>Positional Embedding</a:t>
              </a:r>
            </a:p>
          </p:txBody>
        </p:sp>
        <p:cxnSp>
          <p:nvCxnSpPr>
            <p:cNvPr id="198" name="Straight Arrow Connector 197">
              <a:extLst>
                <a:ext uri="{FF2B5EF4-FFF2-40B4-BE49-F238E27FC236}">
                  <a16:creationId xmlns:a16="http://schemas.microsoft.com/office/drawing/2014/main" id="{D7761C1E-BFEF-E84F-9812-96E480C4B348}"/>
                </a:ext>
              </a:extLst>
            </p:cNvPr>
            <p:cNvCxnSpPr>
              <a:cxnSpLocks/>
              <a:stCxn id="184" idx="4"/>
              <a:endCxn id="212" idx="0"/>
            </p:cNvCxnSpPr>
            <p:nvPr/>
          </p:nvCxnSpPr>
          <p:spPr>
            <a:xfrm>
              <a:off x="19841523" y="14937583"/>
              <a:ext cx="0" cy="58249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lbow Connector 219">
              <a:extLst>
                <a:ext uri="{FF2B5EF4-FFF2-40B4-BE49-F238E27FC236}">
                  <a16:creationId xmlns:a16="http://schemas.microsoft.com/office/drawing/2014/main" id="{363664EA-A1E0-8140-83C4-AD6004B9B027}"/>
                </a:ext>
              </a:extLst>
            </p:cNvPr>
            <p:cNvCxnSpPr>
              <a:cxnSpLocks/>
              <a:stCxn id="23" idx="2"/>
              <a:endCxn id="60" idx="1"/>
            </p:cNvCxnSpPr>
            <p:nvPr/>
          </p:nvCxnSpPr>
          <p:spPr>
            <a:xfrm rot="16200000" flipH="1">
              <a:off x="16175191" y="14638108"/>
              <a:ext cx="1818226" cy="305706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Arrow Connector 230">
              <a:extLst>
                <a:ext uri="{FF2B5EF4-FFF2-40B4-BE49-F238E27FC236}">
                  <a16:creationId xmlns:a16="http://schemas.microsoft.com/office/drawing/2014/main" id="{0485C3C0-96CA-7D4A-8757-9E4329FEA48A}"/>
                </a:ext>
              </a:extLst>
            </p:cNvPr>
            <p:cNvCxnSpPr>
              <a:cxnSpLocks/>
              <a:stCxn id="60" idx="3"/>
              <a:endCxn id="212" idx="6"/>
            </p:cNvCxnSpPr>
            <p:nvPr/>
          </p:nvCxnSpPr>
          <p:spPr>
            <a:xfrm>
              <a:off x="19397157" y="15700074"/>
              <a:ext cx="26436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7EB965E6-F597-C14B-8FB4-4D37502AE334}"/>
                </a:ext>
              </a:extLst>
            </p:cNvPr>
            <p:cNvCxnSpPr>
              <a:cxnSpLocks/>
              <a:stCxn id="212" idx="2"/>
              <a:endCxn id="61" idx="1"/>
            </p:cNvCxnSpPr>
            <p:nvPr/>
          </p:nvCxnSpPr>
          <p:spPr>
            <a:xfrm>
              <a:off x="20021523" y="15700074"/>
              <a:ext cx="264366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66AC031B-59D1-3C43-B412-0A83A848EEDA}"/>
                    </a:ext>
                  </a:extLst>
                </p:cNvPr>
                <p:cNvSpPr/>
                <p:nvPr/>
              </p:nvSpPr>
              <p:spPr>
                <a:xfrm>
                  <a:off x="20325363" y="14529919"/>
                  <a:ext cx="2351767" cy="103605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4" name="Rectangle 253">
                  <a:extLst>
                    <a:ext uri="{FF2B5EF4-FFF2-40B4-BE49-F238E27FC236}">
                      <a16:creationId xmlns:a16="http://schemas.microsoft.com/office/drawing/2014/main" id="{66AC031B-59D1-3C43-B412-0A83A848EE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5363" y="14529919"/>
                  <a:ext cx="2351767" cy="1036052"/>
                </a:xfrm>
                <a:prstGeom prst="rect">
                  <a:avLst/>
                </a:prstGeom>
                <a:blipFill>
                  <a:blip r:embed="rId6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EC26047-4727-1E48-A7F7-A7C1CA691A84}"/>
                </a:ext>
              </a:extLst>
            </p:cNvPr>
            <p:cNvGrpSpPr/>
            <p:nvPr/>
          </p:nvGrpSpPr>
          <p:grpSpPr>
            <a:xfrm>
              <a:off x="18665640" y="6667001"/>
              <a:ext cx="2351767" cy="9213073"/>
              <a:chOff x="18625031" y="6667001"/>
              <a:chExt cx="2351767" cy="9213073"/>
            </a:xfrm>
          </p:grpSpPr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F3BDEEBE-C350-3E4F-8770-25889E357E52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9620914" y="14577583"/>
                <a:ext cx="360000" cy="3600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∼</a:t>
                </a:r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46CEA30E-4395-DD43-BEAD-AB6257761E4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19620914" y="15520074"/>
                <a:ext cx="360000" cy="36000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:r>
                  <a:rPr lang="en-US" sz="2800" dirty="0">
                    <a:solidFill>
                      <a:schemeClr val="tx1"/>
                    </a:solidFill>
                  </a:rPr>
                  <a:t>+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1" name="Rectangle 250">
                    <a:extLst>
                      <a:ext uri="{FF2B5EF4-FFF2-40B4-BE49-F238E27FC236}">
                        <a16:creationId xmlns:a16="http://schemas.microsoft.com/office/drawing/2014/main" id="{27F2146C-4DC9-954F-9453-E844C7CDC97A}"/>
                      </a:ext>
                    </a:extLst>
                  </p:cNvPr>
                  <p:cNvSpPr/>
                  <p:nvPr/>
                </p:nvSpPr>
                <p:spPr>
                  <a:xfrm>
                    <a:off x="18625031" y="8550542"/>
                    <a:ext cx="2351767" cy="103605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1" name="Rectangle 250">
                    <a:extLst>
                      <a:ext uri="{FF2B5EF4-FFF2-40B4-BE49-F238E27FC236}">
                        <a16:creationId xmlns:a16="http://schemas.microsoft.com/office/drawing/2014/main" id="{27F2146C-4DC9-954F-9453-E844C7CDC97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625031" y="8550542"/>
                    <a:ext cx="2351767" cy="1036052"/>
                  </a:xfrm>
                  <a:prstGeom prst="rect">
                    <a:avLst/>
                  </a:prstGeom>
                  <a:blipFill>
                    <a:blip r:embed="rId6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2" name="Rectangle 251">
                    <a:extLst>
                      <a:ext uri="{FF2B5EF4-FFF2-40B4-BE49-F238E27FC236}">
                        <a16:creationId xmlns:a16="http://schemas.microsoft.com/office/drawing/2014/main" id="{5EA3D5A2-43EC-8243-96D1-916BCF7B4A0B}"/>
                      </a:ext>
                    </a:extLst>
                  </p:cNvPr>
                  <p:cNvSpPr/>
                  <p:nvPr/>
                </p:nvSpPr>
                <p:spPr>
                  <a:xfrm>
                    <a:off x="18625031" y="10624619"/>
                    <a:ext cx="2351767" cy="103605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2" name="Rectangle 251">
                    <a:extLst>
                      <a:ext uri="{FF2B5EF4-FFF2-40B4-BE49-F238E27FC236}">
                        <a16:creationId xmlns:a16="http://schemas.microsoft.com/office/drawing/2014/main" id="{5EA3D5A2-43EC-8243-96D1-916BCF7B4A0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625031" y="10624619"/>
                    <a:ext cx="2351767" cy="1036052"/>
                  </a:xfrm>
                  <a:prstGeom prst="rect">
                    <a:avLst/>
                  </a:prstGeom>
                  <a:blipFill>
                    <a:blip r:embed="rId64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3" name="Rectangle 252">
                    <a:extLst>
                      <a:ext uri="{FF2B5EF4-FFF2-40B4-BE49-F238E27FC236}">
                        <a16:creationId xmlns:a16="http://schemas.microsoft.com/office/drawing/2014/main" id="{DF3EFEC0-19CD-D048-9041-BE51CA5152C3}"/>
                      </a:ext>
                    </a:extLst>
                  </p:cNvPr>
                  <p:cNvSpPr/>
                  <p:nvPr/>
                </p:nvSpPr>
                <p:spPr>
                  <a:xfrm>
                    <a:off x="18625031" y="12700683"/>
                    <a:ext cx="2351767" cy="103605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3" name="Rectangle 252">
                    <a:extLst>
                      <a:ext uri="{FF2B5EF4-FFF2-40B4-BE49-F238E27FC236}">
                        <a16:creationId xmlns:a16="http://schemas.microsoft.com/office/drawing/2014/main" id="{DF3EFEC0-19CD-D048-9041-BE51CA5152C3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625031" y="12700683"/>
                    <a:ext cx="2351767" cy="1036052"/>
                  </a:xfrm>
                  <a:prstGeom prst="rect">
                    <a:avLst/>
                  </a:prstGeom>
                  <a:blipFill>
                    <a:blip r:embed="rId65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5" name="Rectangle 254">
                    <a:extLst>
                      <a:ext uri="{FF2B5EF4-FFF2-40B4-BE49-F238E27FC236}">
                        <a16:creationId xmlns:a16="http://schemas.microsoft.com/office/drawing/2014/main" id="{C2AE2155-8D52-3F41-88FC-B801F4F7CC2C}"/>
                      </a:ext>
                    </a:extLst>
                  </p:cNvPr>
                  <p:cNvSpPr/>
                  <p:nvPr/>
                </p:nvSpPr>
                <p:spPr>
                  <a:xfrm>
                    <a:off x="18625031" y="6667001"/>
                    <a:ext cx="2351767" cy="103605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oMath>
                      </m:oMathPara>
                    </a14:m>
                    <a:endParaRPr lang="en-US" sz="20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255" name="Rectangle 254">
                    <a:extLst>
                      <a:ext uri="{FF2B5EF4-FFF2-40B4-BE49-F238E27FC236}">
                        <a16:creationId xmlns:a16="http://schemas.microsoft.com/office/drawing/2014/main" id="{C2AE2155-8D52-3F41-88FC-B801F4F7CC2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625031" y="6667001"/>
                    <a:ext cx="2351767" cy="1036052"/>
                  </a:xfrm>
                  <a:prstGeom prst="rect">
                    <a:avLst/>
                  </a:prstGeom>
                  <a:blipFill>
                    <a:blip r:embed="rId66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A366ED3F-9949-A44C-83F4-475C10E735A5}"/>
                    </a:ext>
                  </a:extLst>
                </p:cNvPr>
                <p:cNvSpPr/>
                <p:nvPr/>
              </p:nvSpPr>
              <p:spPr>
                <a:xfrm>
                  <a:off x="13080914" y="7827886"/>
                  <a:ext cx="2351767" cy="103605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0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dirty="0" smtClean="0">
                            <a:solidFill>
                              <a:schemeClr val="tx1"/>
                            </a:solidFill>
                          </a:rPr>
                          <m:t>Input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algn="ctr">
                    <a:lnSpc>
                      <a:spcPct val="10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</a:rPr>
                          <m:t>4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6" name="Rectangle 255">
                  <a:extLst>
                    <a:ext uri="{FF2B5EF4-FFF2-40B4-BE49-F238E27FC236}">
                      <a16:creationId xmlns:a16="http://schemas.microsoft.com/office/drawing/2014/main" id="{A366ED3F-9949-A44C-83F4-475C10E735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80914" y="7827886"/>
                  <a:ext cx="2351767" cy="1036052"/>
                </a:xfrm>
                <a:prstGeom prst="rect">
                  <a:avLst/>
                </a:prstGeom>
                <a:blipFill>
                  <a:blip r:embed="rId6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7" name="Rectangle 256">
                  <a:extLst>
                    <a:ext uri="{FF2B5EF4-FFF2-40B4-BE49-F238E27FC236}">
                      <a16:creationId xmlns:a16="http://schemas.microsoft.com/office/drawing/2014/main" id="{FDE82816-5998-704F-8638-EB3826A3982E}"/>
                    </a:ext>
                  </a:extLst>
                </p:cNvPr>
                <p:cNvSpPr/>
                <p:nvPr/>
              </p:nvSpPr>
              <p:spPr>
                <a:xfrm>
                  <a:off x="26317885" y="7491006"/>
                  <a:ext cx="2351767" cy="103605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dirty="0" smtClean="0">
                            <a:solidFill>
                              <a:schemeClr val="tx1"/>
                            </a:solidFill>
                          </a:rPr>
                          <m:t>Output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</a:rPr>
                          <m:t>3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7" name="Rectangle 256">
                  <a:extLst>
                    <a:ext uri="{FF2B5EF4-FFF2-40B4-BE49-F238E27FC236}">
                      <a16:creationId xmlns:a16="http://schemas.microsoft.com/office/drawing/2014/main" id="{FDE82816-5998-704F-8638-EB3826A3982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17885" y="7491006"/>
                  <a:ext cx="2351767" cy="1036052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6262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F667B51C-55B1-5C4D-8ACC-EDD80E751B75}"/>
              </a:ext>
            </a:extLst>
          </p:cNvPr>
          <p:cNvGrpSpPr/>
          <p:nvPr/>
        </p:nvGrpSpPr>
        <p:grpSpPr>
          <a:xfrm>
            <a:off x="11696599" y="5871055"/>
            <a:ext cx="2984500" cy="3378200"/>
            <a:chOff x="11696599" y="5871055"/>
            <a:chExt cx="2984500" cy="337820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60F2DCD-77E2-304E-B777-EF034F434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96599" y="5871055"/>
              <a:ext cx="2984500" cy="337820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AAA96D-7004-254D-9FCB-F48FC9E204DE}"/>
                </a:ext>
              </a:extLst>
            </p:cNvPr>
            <p:cNvSpPr/>
            <p:nvPr/>
          </p:nvSpPr>
          <p:spPr>
            <a:xfrm>
              <a:off x="11824190" y="5998645"/>
              <a:ext cx="1190060" cy="4446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dirty="0"/>
                <a:t>T2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E9855A-F362-FD4A-969B-9BB2431B034A}"/>
              </a:ext>
            </a:extLst>
          </p:cNvPr>
          <p:cNvGrpSpPr/>
          <p:nvPr/>
        </p:nvGrpSpPr>
        <p:grpSpPr>
          <a:xfrm>
            <a:off x="21722871" y="8239567"/>
            <a:ext cx="2984500" cy="3378200"/>
            <a:chOff x="21722871" y="8239567"/>
            <a:chExt cx="2984500" cy="33782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D87EEF4-E924-EF4E-A898-06EE68379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22871" y="8239567"/>
              <a:ext cx="2984500" cy="3378200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58B5992-9D61-3843-9AF2-FB5CE9BD7C57}"/>
                </a:ext>
              </a:extLst>
            </p:cNvPr>
            <p:cNvSpPr/>
            <p:nvPr/>
          </p:nvSpPr>
          <p:spPr>
            <a:xfrm>
              <a:off x="21850461" y="8367157"/>
              <a:ext cx="1073334" cy="5216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/>
                <a:t>FLAIR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CA43B4C-3E1D-6449-B2D3-9DB55213F8EA}"/>
              </a:ext>
            </a:extLst>
          </p:cNvPr>
          <p:cNvGrpSpPr/>
          <p:nvPr/>
        </p:nvGrpSpPr>
        <p:grpSpPr>
          <a:xfrm>
            <a:off x="16599325" y="3659482"/>
            <a:ext cx="2984500" cy="3378200"/>
            <a:chOff x="16599325" y="3659482"/>
            <a:chExt cx="2984500" cy="33782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C27F2BF-9B40-9040-B954-ED5439C9D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599325" y="3659482"/>
              <a:ext cx="2984500" cy="3378200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AFDE56E-28DE-3045-815A-2D945A7C424B}"/>
                </a:ext>
              </a:extLst>
            </p:cNvPr>
            <p:cNvSpPr/>
            <p:nvPr/>
          </p:nvSpPr>
          <p:spPr>
            <a:xfrm>
              <a:off x="16726915" y="3787072"/>
              <a:ext cx="1093252" cy="4872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dirty="0"/>
                <a:t>T1gd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710A425-2358-0544-A2F8-D2A21EEF9B03}"/>
              </a:ext>
            </a:extLst>
          </p:cNvPr>
          <p:cNvGrpSpPr/>
          <p:nvPr/>
        </p:nvGrpSpPr>
        <p:grpSpPr>
          <a:xfrm>
            <a:off x="22425966" y="2234720"/>
            <a:ext cx="2984500" cy="3378200"/>
            <a:chOff x="22425966" y="2234720"/>
            <a:chExt cx="2984500" cy="33782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9269F3E-7A24-354B-B2A8-F640911AB9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425966" y="2234720"/>
              <a:ext cx="2984500" cy="337820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3870A33-B76C-A540-A2DF-4AD50FF1A4A2}"/>
                </a:ext>
              </a:extLst>
            </p:cNvPr>
            <p:cNvSpPr/>
            <p:nvPr/>
          </p:nvSpPr>
          <p:spPr>
            <a:xfrm>
              <a:off x="22553556" y="2364193"/>
              <a:ext cx="892350" cy="5084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dirty="0"/>
                <a:t>T1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EBAD84A-0432-1E4B-A2F8-2D4C45A35979}"/>
              </a:ext>
            </a:extLst>
          </p:cNvPr>
          <p:cNvGrpSpPr/>
          <p:nvPr/>
        </p:nvGrpSpPr>
        <p:grpSpPr>
          <a:xfrm>
            <a:off x="7235290" y="9928667"/>
            <a:ext cx="2984500" cy="3378200"/>
            <a:chOff x="7235290" y="9928667"/>
            <a:chExt cx="2984500" cy="33782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E364EDA-65EB-8F4C-8A09-81D857BAC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35290" y="9928667"/>
              <a:ext cx="2984500" cy="3378200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6FF7668-5639-6E48-826C-2B7C6B796445}"/>
                </a:ext>
              </a:extLst>
            </p:cNvPr>
            <p:cNvSpPr/>
            <p:nvPr/>
          </p:nvSpPr>
          <p:spPr>
            <a:xfrm>
              <a:off x="7362880" y="10056257"/>
              <a:ext cx="1190060" cy="4446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800" b="1" dirty="0"/>
                <a:t>GT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0963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0CC08E77-A1AF-8947-9632-CB4CA1C0F52B}"/>
              </a:ext>
            </a:extLst>
          </p:cNvPr>
          <p:cNvGrpSpPr/>
          <p:nvPr/>
        </p:nvGrpSpPr>
        <p:grpSpPr>
          <a:xfrm>
            <a:off x="13080914" y="5827532"/>
            <a:ext cx="18946909" cy="10110309"/>
            <a:chOff x="13080914" y="5827532"/>
            <a:chExt cx="18946909" cy="1011030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A0CDB10-A135-B44A-A71B-00D582C10F8A}"/>
                </a:ext>
              </a:extLst>
            </p:cNvPr>
            <p:cNvSpPr/>
            <p:nvPr/>
          </p:nvSpPr>
          <p:spPr>
            <a:xfrm>
              <a:off x="15851451" y="8746504"/>
              <a:ext cx="2736000" cy="468000"/>
            </a:xfrm>
            <a:prstGeom prst="rect">
              <a:avLst/>
            </a:prstGeom>
            <a:solidFill>
              <a:srgbClr val="FF2600">
                <a:alpha val="20202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Downsample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AFAA73E-8879-FD43-9CED-AF2468E810CA}"/>
                </a:ext>
              </a:extLst>
            </p:cNvPr>
            <p:cNvSpPr/>
            <p:nvPr/>
          </p:nvSpPr>
          <p:spPr>
            <a:xfrm>
              <a:off x="15851451" y="9267904"/>
              <a:ext cx="2736000" cy="468000"/>
            </a:xfrm>
            <a:prstGeom prst="rect">
              <a:avLst/>
            </a:prstGeom>
            <a:solidFill>
              <a:srgbClr val="0432FF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Swin Factorizer Block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F8BFCF6-F4DD-504A-A264-92565AF70483}"/>
                </a:ext>
              </a:extLst>
            </p:cNvPr>
            <p:cNvSpPr/>
            <p:nvPr/>
          </p:nvSpPr>
          <p:spPr>
            <a:xfrm>
              <a:off x="15851451" y="7194933"/>
              <a:ext cx="2736000" cy="468000"/>
            </a:xfrm>
            <a:prstGeom prst="rect">
              <a:avLst/>
            </a:prstGeom>
            <a:solidFill>
              <a:srgbClr val="0432FF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Swin Factorizer Block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E84BB28-78D4-ED41-BFF2-0FBF0E8DA1E4}"/>
                </a:ext>
              </a:extLst>
            </p:cNvPr>
            <p:cNvSpPr/>
            <p:nvPr/>
          </p:nvSpPr>
          <p:spPr>
            <a:xfrm>
              <a:off x="15851451" y="6673533"/>
              <a:ext cx="2736000" cy="468000"/>
            </a:xfrm>
            <a:prstGeom prst="rect">
              <a:avLst/>
            </a:prstGeom>
            <a:solidFill>
              <a:srgbClr val="AB7942">
                <a:alpha val="24614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Stem Block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1781A08-8569-BC4C-862F-F032B03B03DC}"/>
                </a:ext>
              </a:extLst>
            </p:cNvPr>
            <p:cNvSpPr/>
            <p:nvPr/>
          </p:nvSpPr>
          <p:spPr>
            <a:xfrm>
              <a:off x="15851451" y="10820344"/>
              <a:ext cx="2736000" cy="468000"/>
            </a:xfrm>
            <a:prstGeom prst="rect">
              <a:avLst/>
            </a:prstGeom>
            <a:solidFill>
              <a:srgbClr val="FF2600">
                <a:alpha val="20202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Downsample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59468E-D519-274A-A6B9-55ADF7A90E41}"/>
                </a:ext>
              </a:extLst>
            </p:cNvPr>
            <p:cNvSpPr/>
            <p:nvPr/>
          </p:nvSpPr>
          <p:spPr>
            <a:xfrm>
              <a:off x="15851451" y="11341744"/>
              <a:ext cx="2736000" cy="468000"/>
            </a:xfrm>
            <a:prstGeom prst="rect">
              <a:avLst/>
            </a:prstGeom>
            <a:solidFill>
              <a:srgbClr val="0432FF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Swin Factorizer Block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1AE98C3-6590-9543-AAA5-EB5C2636E1AB}"/>
                </a:ext>
              </a:extLst>
            </p:cNvPr>
            <p:cNvCxnSpPr>
              <a:cxnSpLocks/>
              <a:stCxn id="6" idx="2"/>
              <a:endCxn id="9" idx="0"/>
            </p:cNvCxnSpPr>
            <p:nvPr/>
          </p:nvCxnSpPr>
          <p:spPr>
            <a:xfrm>
              <a:off x="17219451" y="9735904"/>
              <a:ext cx="0" cy="10844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18E7837-5AD3-0C47-B591-FE602E475F36}"/>
                </a:ext>
              </a:extLst>
            </p:cNvPr>
            <p:cNvCxnSpPr>
              <a:cxnSpLocks/>
              <a:stCxn id="7" idx="2"/>
              <a:endCxn id="5" idx="0"/>
            </p:cNvCxnSpPr>
            <p:nvPr/>
          </p:nvCxnSpPr>
          <p:spPr>
            <a:xfrm>
              <a:off x="17219451" y="7662933"/>
              <a:ext cx="0" cy="108357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70A669A-4698-1245-B419-329D51ACDBFF}"/>
                </a:ext>
              </a:extLst>
            </p:cNvPr>
            <p:cNvSpPr/>
            <p:nvPr/>
          </p:nvSpPr>
          <p:spPr>
            <a:xfrm>
              <a:off x="15851451" y="12892448"/>
              <a:ext cx="2736000" cy="468000"/>
            </a:xfrm>
            <a:prstGeom prst="rect">
              <a:avLst/>
            </a:prstGeom>
            <a:solidFill>
              <a:srgbClr val="FF2600">
                <a:alpha val="20202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Downsample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59DC8BA-0769-B443-8CF4-F1D4A121AE8F}"/>
                </a:ext>
              </a:extLst>
            </p:cNvPr>
            <p:cNvSpPr/>
            <p:nvPr/>
          </p:nvSpPr>
          <p:spPr>
            <a:xfrm>
              <a:off x="15851451" y="13413848"/>
              <a:ext cx="2736000" cy="468000"/>
            </a:xfrm>
            <a:prstGeom prst="rect">
              <a:avLst/>
            </a:prstGeom>
            <a:solidFill>
              <a:srgbClr val="0432FF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Swin Factorizer Block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A3C3C8A-5063-7448-9E67-9B3244DC1375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>
              <a:off x="17219451" y="11809744"/>
              <a:ext cx="0" cy="108270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8455532-C8B5-2543-B416-EEDEAF2E7F21}"/>
                </a:ext>
              </a:extLst>
            </p:cNvPr>
            <p:cNvSpPr/>
            <p:nvPr/>
          </p:nvSpPr>
          <p:spPr>
            <a:xfrm>
              <a:off x="22689854" y="9264964"/>
              <a:ext cx="2736000" cy="468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Concatenate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239FCCB-6150-1B45-8C4D-8E18FDC9F848}"/>
                </a:ext>
              </a:extLst>
            </p:cNvPr>
            <p:cNvSpPr/>
            <p:nvPr/>
          </p:nvSpPr>
          <p:spPr>
            <a:xfrm>
              <a:off x="22695124" y="9783424"/>
              <a:ext cx="2736000" cy="468000"/>
            </a:xfrm>
            <a:prstGeom prst="rect">
              <a:avLst/>
            </a:prstGeom>
            <a:solidFill>
              <a:srgbClr val="009193">
                <a:alpha val="30202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Upsample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24D8782-5EEA-E84B-BC18-9ED7C45FA8FC}"/>
                </a:ext>
              </a:extLst>
            </p:cNvPr>
            <p:cNvSpPr/>
            <p:nvPr/>
          </p:nvSpPr>
          <p:spPr>
            <a:xfrm>
              <a:off x="22689854" y="8746504"/>
              <a:ext cx="2736000" cy="468000"/>
            </a:xfrm>
            <a:prstGeom prst="rect">
              <a:avLst/>
            </a:prstGeom>
            <a:solidFill>
              <a:srgbClr val="0432FF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Swin Factorizer Block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233CC02-2597-8B46-ACAF-91B99C1102ED}"/>
                </a:ext>
              </a:extLst>
            </p:cNvPr>
            <p:cNvSpPr/>
            <p:nvPr/>
          </p:nvSpPr>
          <p:spPr>
            <a:xfrm>
              <a:off x="22684584" y="11337936"/>
              <a:ext cx="2736000" cy="468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Concatenate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B87F4B5-E2C2-6E4A-A47F-8583E381AA30}"/>
                </a:ext>
              </a:extLst>
            </p:cNvPr>
            <p:cNvSpPr/>
            <p:nvPr/>
          </p:nvSpPr>
          <p:spPr>
            <a:xfrm>
              <a:off x="22689854" y="11856396"/>
              <a:ext cx="2736000" cy="468000"/>
            </a:xfrm>
            <a:prstGeom prst="rect">
              <a:avLst/>
            </a:prstGeom>
            <a:solidFill>
              <a:srgbClr val="009193">
                <a:alpha val="30202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Upsample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1BAC434-D964-C947-BD92-918B804C87A2}"/>
                </a:ext>
              </a:extLst>
            </p:cNvPr>
            <p:cNvSpPr/>
            <p:nvPr/>
          </p:nvSpPr>
          <p:spPr>
            <a:xfrm>
              <a:off x="22684584" y="10819476"/>
              <a:ext cx="2736000" cy="468000"/>
            </a:xfrm>
            <a:prstGeom prst="rect">
              <a:avLst/>
            </a:prstGeom>
            <a:solidFill>
              <a:srgbClr val="0432FF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Swin Factorizer Block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C461442-6664-1249-B9C5-575559AECE0A}"/>
                </a:ext>
              </a:extLst>
            </p:cNvPr>
            <p:cNvSpPr/>
            <p:nvPr/>
          </p:nvSpPr>
          <p:spPr>
            <a:xfrm>
              <a:off x="22689854" y="13410908"/>
              <a:ext cx="2736000" cy="468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Concatenate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B87AE0F-9E1B-3D46-AB7C-B84FBBFEA187}"/>
                </a:ext>
              </a:extLst>
            </p:cNvPr>
            <p:cNvSpPr/>
            <p:nvPr/>
          </p:nvSpPr>
          <p:spPr>
            <a:xfrm>
              <a:off x="22695124" y="13929368"/>
              <a:ext cx="2736000" cy="468000"/>
            </a:xfrm>
            <a:prstGeom prst="rect">
              <a:avLst/>
            </a:prstGeom>
            <a:solidFill>
              <a:srgbClr val="009193">
                <a:alpha val="30202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Upsample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AC9A136-807B-5749-BC63-69B05A7A0EFB}"/>
                </a:ext>
              </a:extLst>
            </p:cNvPr>
            <p:cNvSpPr/>
            <p:nvPr/>
          </p:nvSpPr>
          <p:spPr>
            <a:xfrm>
              <a:off x="22689854" y="12892448"/>
              <a:ext cx="2736000" cy="468000"/>
            </a:xfrm>
            <a:prstGeom prst="rect">
              <a:avLst/>
            </a:prstGeom>
            <a:solidFill>
              <a:srgbClr val="0432FF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Swin Factorizer Block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2B34259-1828-5349-9A09-84AF0D78E7B9}"/>
                </a:ext>
              </a:extLst>
            </p:cNvPr>
            <p:cNvSpPr/>
            <p:nvPr/>
          </p:nvSpPr>
          <p:spPr>
            <a:xfrm>
              <a:off x="17489156" y="15462308"/>
              <a:ext cx="2736000" cy="468000"/>
            </a:xfrm>
            <a:prstGeom prst="rect">
              <a:avLst/>
            </a:prstGeom>
            <a:solidFill>
              <a:srgbClr val="FF2600">
                <a:alpha val="20202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Downsample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8DE601D-3851-6045-A351-442DCF502B32}"/>
                </a:ext>
              </a:extLst>
            </p:cNvPr>
            <p:cNvSpPr/>
            <p:nvPr/>
          </p:nvSpPr>
          <p:spPr>
            <a:xfrm>
              <a:off x="21123104" y="15469841"/>
              <a:ext cx="2736000" cy="468000"/>
            </a:xfrm>
            <a:prstGeom prst="rect">
              <a:avLst/>
            </a:prstGeom>
            <a:solidFill>
              <a:srgbClr val="0432FF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Swin Factorizer Block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DB71499-7CB2-9D4F-8364-A0927A8E6330}"/>
                </a:ext>
              </a:extLst>
            </p:cNvPr>
            <p:cNvSpPr/>
            <p:nvPr/>
          </p:nvSpPr>
          <p:spPr>
            <a:xfrm>
              <a:off x="22679314" y="7191992"/>
              <a:ext cx="2736000" cy="468000"/>
            </a:xfrm>
            <a:prstGeom prst="rect">
              <a:avLst/>
            </a:prstGeom>
            <a:solidFill>
              <a:schemeClr val="tx1">
                <a:alpha val="1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Concatenate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1E95174-1DE1-AE4D-98C5-E3FB05112CAC}"/>
                </a:ext>
              </a:extLst>
            </p:cNvPr>
            <p:cNvSpPr/>
            <p:nvPr/>
          </p:nvSpPr>
          <p:spPr>
            <a:xfrm>
              <a:off x="22684584" y="7710452"/>
              <a:ext cx="2736000" cy="468000"/>
            </a:xfrm>
            <a:prstGeom prst="rect">
              <a:avLst/>
            </a:prstGeom>
            <a:solidFill>
              <a:srgbClr val="009193">
                <a:alpha val="30202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Upsample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BABC40C-6F21-9D4D-97B1-96D92FE6628C}"/>
                </a:ext>
              </a:extLst>
            </p:cNvPr>
            <p:cNvSpPr/>
            <p:nvPr/>
          </p:nvSpPr>
          <p:spPr>
            <a:xfrm>
              <a:off x="22679314" y="6673532"/>
              <a:ext cx="2736000" cy="468000"/>
            </a:xfrm>
            <a:prstGeom prst="rect">
              <a:avLst/>
            </a:prstGeom>
            <a:solidFill>
              <a:srgbClr val="0432FF">
                <a:alpha val="15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Swin Factorizer Block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D76ADD6-9729-BD40-B3EC-37F8C449F7A6}"/>
                </a:ext>
              </a:extLst>
            </p:cNvPr>
            <p:cNvCxnSpPr>
              <a:cxnSpLocks/>
              <a:stCxn id="28" idx="2"/>
              <a:endCxn id="18" idx="0"/>
            </p:cNvCxnSpPr>
            <p:nvPr/>
          </p:nvCxnSpPr>
          <p:spPr>
            <a:xfrm>
              <a:off x="24052584" y="8178452"/>
              <a:ext cx="5270" cy="5680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6CE212A2-999A-E048-AF9A-9E12EE7E20B7}"/>
                </a:ext>
              </a:extLst>
            </p:cNvPr>
            <p:cNvCxnSpPr>
              <a:cxnSpLocks/>
              <a:stCxn id="17" idx="2"/>
              <a:endCxn id="21" idx="0"/>
            </p:cNvCxnSpPr>
            <p:nvPr/>
          </p:nvCxnSpPr>
          <p:spPr>
            <a:xfrm flipH="1">
              <a:off x="24052584" y="10251424"/>
              <a:ext cx="10540" cy="5680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D3C8C0F-2A15-EF46-8EB9-349A0DB8AC82}"/>
                </a:ext>
              </a:extLst>
            </p:cNvPr>
            <p:cNvCxnSpPr>
              <a:cxnSpLocks/>
              <a:stCxn id="20" idx="2"/>
              <a:endCxn id="24" idx="0"/>
            </p:cNvCxnSpPr>
            <p:nvPr/>
          </p:nvCxnSpPr>
          <p:spPr>
            <a:xfrm>
              <a:off x="24057854" y="12324396"/>
              <a:ext cx="0" cy="5680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>
              <a:extLst>
                <a:ext uri="{FF2B5EF4-FFF2-40B4-BE49-F238E27FC236}">
                  <a16:creationId xmlns:a16="http://schemas.microsoft.com/office/drawing/2014/main" id="{7111623A-DCB4-1A4A-B6A8-48C510F379C0}"/>
                </a:ext>
              </a:extLst>
            </p:cNvPr>
            <p:cNvCxnSpPr>
              <a:cxnSpLocks/>
              <a:stCxn id="26" idx="3"/>
              <a:endCxn id="23" idx="2"/>
            </p:cNvCxnSpPr>
            <p:nvPr/>
          </p:nvCxnSpPr>
          <p:spPr>
            <a:xfrm flipV="1">
              <a:off x="23859104" y="14397368"/>
              <a:ext cx="204020" cy="1306473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6D2144D-5D60-6B4E-A2F9-C3AC117E4C81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>
              <a:off x="15279023" y="6907532"/>
              <a:ext cx="572428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81208A0A-6097-4A44-B965-D282BA7636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57515" y="5827532"/>
              <a:ext cx="1798564" cy="2160000"/>
            </a:xfrm>
            <a:prstGeom prst="rect">
              <a:avLst/>
            </a:prstGeom>
          </p:spPr>
        </p:pic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AC1FA590-20EB-6C46-B468-7E3F31239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391466" y="5840217"/>
              <a:ext cx="1383170" cy="1827152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315716BD-8ABB-C541-A866-8E1DF5F77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5000"/>
            </a:blip>
            <a:stretch>
              <a:fillRect/>
            </a:stretch>
          </p:blipFill>
          <p:spPr>
            <a:xfrm>
              <a:off x="28390838" y="8535989"/>
              <a:ext cx="692214" cy="91440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8A4AF2AF-E42E-F648-9B96-BD321D81D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0000"/>
            </a:blip>
            <a:stretch>
              <a:fillRect/>
            </a:stretch>
          </p:blipFill>
          <p:spPr>
            <a:xfrm>
              <a:off x="28390838" y="10826398"/>
              <a:ext cx="346107" cy="457200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8AC43234-25A5-6E45-A6FC-48348D0C9CE6}"/>
                </a:ext>
              </a:extLst>
            </p:cNvPr>
            <p:cNvSpPr/>
            <p:nvPr/>
          </p:nvSpPr>
          <p:spPr>
            <a:xfrm>
              <a:off x="26052861" y="6673532"/>
              <a:ext cx="1620000" cy="468000"/>
            </a:xfrm>
            <a:prstGeom prst="rect">
              <a:avLst/>
            </a:prstGeom>
            <a:solidFill>
              <a:srgbClr val="521B93">
                <a:alpha val="20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Head Block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8EC87C8-7263-E449-A019-A9CCBDA46DC3}"/>
                </a:ext>
              </a:extLst>
            </p:cNvPr>
            <p:cNvCxnSpPr>
              <a:cxnSpLocks/>
              <a:stCxn id="29" idx="3"/>
              <a:endCxn id="41" idx="1"/>
            </p:cNvCxnSpPr>
            <p:nvPr/>
          </p:nvCxnSpPr>
          <p:spPr>
            <a:xfrm>
              <a:off x="25415314" y="6907532"/>
              <a:ext cx="63754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EDD85C0-3B27-BE42-A5DF-4F54714F75FE}"/>
                </a:ext>
              </a:extLst>
            </p:cNvPr>
            <p:cNvSpPr/>
            <p:nvPr/>
          </p:nvSpPr>
          <p:spPr>
            <a:xfrm>
              <a:off x="26052861" y="8746504"/>
              <a:ext cx="1620000" cy="468000"/>
            </a:xfrm>
            <a:prstGeom prst="rect">
              <a:avLst/>
            </a:prstGeom>
            <a:solidFill>
              <a:srgbClr val="521B93">
                <a:alpha val="15000"/>
              </a:srgbClr>
            </a:solidFill>
            <a:ln w="25400"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>
                      <a:alpha val="14781"/>
                    </a:schemeClr>
                  </a:solidFill>
                </a:rPr>
                <a:t>Head Block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7DC93B0-C570-0E45-A272-BFAD7006B110}"/>
                </a:ext>
              </a:extLst>
            </p:cNvPr>
            <p:cNvSpPr/>
            <p:nvPr/>
          </p:nvSpPr>
          <p:spPr>
            <a:xfrm>
              <a:off x="26052861" y="10819476"/>
              <a:ext cx="1620000" cy="468000"/>
            </a:xfrm>
            <a:prstGeom prst="rect">
              <a:avLst/>
            </a:prstGeom>
            <a:solidFill>
              <a:srgbClr val="521B93">
                <a:alpha val="15000"/>
              </a:srgbClr>
            </a:solidFill>
            <a:ln w="25400">
              <a:solidFill>
                <a:schemeClr val="tx1">
                  <a:alpha val="15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>
                      <a:alpha val="14781"/>
                    </a:schemeClr>
                  </a:solidFill>
                </a:rPr>
                <a:t>Head Block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FDCA199-1A98-644C-980E-295124EE04E0}"/>
                </a:ext>
              </a:extLst>
            </p:cNvPr>
            <p:cNvCxnSpPr>
              <a:cxnSpLocks/>
              <a:stCxn id="18" idx="3"/>
              <a:endCxn id="43" idx="1"/>
            </p:cNvCxnSpPr>
            <p:nvPr/>
          </p:nvCxnSpPr>
          <p:spPr>
            <a:xfrm>
              <a:off x="25425854" y="8980504"/>
              <a:ext cx="627007" cy="0"/>
            </a:xfrm>
            <a:prstGeom prst="straightConnector1">
              <a:avLst/>
            </a:prstGeom>
            <a:ln w="25400">
              <a:solidFill>
                <a:schemeClr val="tx1">
                  <a:alpha val="1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E8FFBFCE-CB91-1B4E-98FF-610AE5216FEF}"/>
                </a:ext>
              </a:extLst>
            </p:cNvPr>
            <p:cNvCxnSpPr>
              <a:cxnSpLocks/>
              <a:stCxn id="21" idx="3"/>
              <a:endCxn id="44" idx="1"/>
            </p:cNvCxnSpPr>
            <p:nvPr/>
          </p:nvCxnSpPr>
          <p:spPr>
            <a:xfrm>
              <a:off x="25420584" y="11053476"/>
              <a:ext cx="632277" cy="0"/>
            </a:xfrm>
            <a:prstGeom prst="straightConnector1">
              <a:avLst/>
            </a:prstGeom>
            <a:ln w="25400">
              <a:solidFill>
                <a:schemeClr val="tx1">
                  <a:alpha val="1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DCFBBEB-3DD2-E445-82BA-0E49160A3DD3}"/>
                </a:ext>
              </a:extLst>
            </p:cNvPr>
            <p:cNvCxnSpPr>
              <a:cxnSpLocks/>
              <a:stCxn id="41" idx="3"/>
            </p:cNvCxnSpPr>
            <p:nvPr/>
          </p:nvCxnSpPr>
          <p:spPr>
            <a:xfrm>
              <a:off x="27672861" y="6907532"/>
              <a:ext cx="57346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0960034F-BC5A-ED4A-8003-7B23B1E52F6C}"/>
                </a:ext>
              </a:extLst>
            </p:cNvPr>
            <p:cNvCxnSpPr>
              <a:cxnSpLocks/>
              <a:stCxn id="43" idx="3"/>
            </p:cNvCxnSpPr>
            <p:nvPr/>
          </p:nvCxnSpPr>
          <p:spPr>
            <a:xfrm>
              <a:off x="27672861" y="8980504"/>
              <a:ext cx="573467" cy="0"/>
            </a:xfrm>
            <a:prstGeom prst="straightConnector1">
              <a:avLst/>
            </a:prstGeom>
            <a:ln w="25400">
              <a:solidFill>
                <a:schemeClr val="tx1">
                  <a:alpha val="1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656A223C-5A73-0444-930B-49D29E072141}"/>
                </a:ext>
              </a:extLst>
            </p:cNvPr>
            <p:cNvCxnSpPr>
              <a:cxnSpLocks/>
              <a:stCxn id="44" idx="3"/>
            </p:cNvCxnSpPr>
            <p:nvPr/>
          </p:nvCxnSpPr>
          <p:spPr>
            <a:xfrm>
              <a:off x="27672861" y="11053476"/>
              <a:ext cx="573467" cy="0"/>
            </a:xfrm>
            <a:prstGeom prst="straightConnector1">
              <a:avLst/>
            </a:prstGeom>
            <a:ln w="25400">
              <a:solidFill>
                <a:schemeClr val="tx1">
                  <a:alpha val="15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6602BE40-3440-724C-B358-0C9B6FE15258}"/>
                </a:ext>
              </a:extLst>
            </p:cNvPr>
            <p:cNvCxnSpPr>
              <a:cxnSpLocks/>
              <a:stCxn id="7" idx="3"/>
              <a:endCxn id="27" idx="1"/>
            </p:cNvCxnSpPr>
            <p:nvPr/>
          </p:nvCxnSpPr>
          <p:spPr>
            <a:xfrm flipV="1">
              <a:off x="18587451" y="7425992"/>
              <a:ext cx="4091863" cy="294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435824C-2DFE-5249-85CA-ABCD716B3DCC}"/>
                </a:ext>
              </a:extLst>
            </p:cNvPr>
            <p:cNvCxnSpPr>
              <a:cxnSpLocks/>
              <a:stCxn id="6" idx="3"/>
              <a:endCxn id="16" idx="1"/>
            </p:cNvCxnSpPr>
            <p:nvPr/>
          </p:nvCxnSpPr>
          <p:spPr>
            <a:xfrm flipV="1">
              <a:off x="18587451" y="9498964"/>
              <a:ext cx="4102403" cy="29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9B6B86D7-B29B-5A4E-926E-3A3EC7812C65}"/>
                </a:ext>
              </a:extLst>
            </p:cNvPr>
            <p:cNvCxnSpPr>
              <a:cxnSpLocks/>
              <a:stCxn id="10" idx="3"/>
              <a:endCxn id="19" idx="1"/>
            </p:cNvCxnSpPr>
            <p:nvPr/>
          </p:nvCxnSpPr>
          <p:spPr>
            <a:xfrm flipV="1">
              <a:off x="18587451" y="11571936"/>
              <a:ext cx="4097133" cy="380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AC5114D6-9FF1-F44B-829D-609BF0E75FFB}"/>
                </a:ext>
              </a:extLst>
            </p:cNvPr>
            <p:cNvCxnSpPr>
              <a:cxnSpLocks/>
              <a:stCxn id="14" idx="3"/>
              <a:endCxn id="22" idx="1"/>
            </p:cNvCxnSpPr>
            <p:nvPr/>
          </p:nvCxnSpPr>
          <p:spPr>
            <a:xfrm flipV="1">
              <a:off x="18587451" y="13644908"/>
              <a:ext cx="4102403" cy="294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4CF0F2BE-EB82-8D4E-8B98-8F628354A7D6}"/>
                </a:ext>
              </a:extLst>
            </p:cNvPr>
            <p:cNvGrpSpPr/>
            <p:nvPr/>
          </p:nvGrpSpPr>
          <p:grpSpPr>
            <a:xfrm>
              <a:off x="25783136" y="13082294"/>
              <a:ext cx="6244687" cy="2779016"/>
              <a:chOff x="25783136" y="13082294"/>
              <a:chExt cx="6244687" cy="2779016"/>
            </a:xfrm>
          </p:grpSpPr>
          <p:sp>
            <p:nvSpPr>
              <p:cNvPr id="67" name="Rounded Rectangle 66">
                <a:extLst>
                  <a:ext uri="{FF2B5EF4-FFF2-40B4-BE49-F238E27FC236}">
                    <a16:creationId xmlns:a16="http://schemas.microsoft.com/office/drawing/2014/main" id="{87C626BE-A0DF-1B4B-9929-71B960D9179D}"/>
                  </a:ext>
                </a:extLst>
              </p:cNvPr>
              <p:cNvSpPr/>
              <p:nvPr/>
            </p:nvSpPr>
            <p:spPr>
              <a:xfrm>
                <a:off x="25783136" y="13082294"/>
                <a:ext cx="6228000" cy="277901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85000"/>
                  <a:alpha val="49706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1B91654E-2380-E74F-849F-D88C460C1DBA}"/>
                  </a:ext>
                </a:extLst>
              </p:cNvPr>
              <p:cNvGrpSpPr/>
              <p:nvPr/>
            </p:nvGrpSpPr>
            <p:grpSpPr>
              <a:xfrm>
                <a:off x="25991037" y="13338548"/>
                <a:ext cx="6036786" cy="2266508"/>
                <a:chOff x="25991360" y="13344201"/>
                <a:chExt cx="6036786" cy="2266508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4176AD96-934E-5D45-96C4-AD1850B89FCF}"/>
                    </a:ext>
                  </a:extLst>
                </p:cNvPr>
                <p:cNvSpPr/>
                <p:nvPr/>
              </p:nvSpPr>
              <p:spPr>
                <a:xfrm>
                  <a:off x="27777513" y="13942793"/>
                  <a:ext cx="3096092" cy="468000"/>
                </a:xfrm>
                <a:prstGeom prst="rect">
                  <a:avLst/>
                </a:prstGeom>
                <a:noFill/>
                <a:ln w="25400">
                  <a:noFill/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r>
                    <a:rPr lang="en-GB" sz="2200" b="1" dirty="0">
                      <a:solidFill>
                        <a:schemeClr val="tx1"/>
                      </a:solidFill>
                    </a:rPr>
                    <a:t>Pointwise C</a:t>
                  </a:r>
                  <a:r>
                    <a:rPr lang="en-BE" sz="2200" b="1" dirty="0">
                      <a:solidFill>
                        <a:schemeClr val="tx1"/>
                      </a:solidFill>
                    </a:rPr>
                    <a:t>onv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2C96B5F3-A9AE-6942-976A-4575905576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77513" y="14542681"/>
                      <a:ext cx="3096092" cy="468000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vert="horz" rtlCol="0" anchor="ctr"/>
                    <a:lstStyle/>
                    <a:p>
                      <a:r>
                        <a:rPr lang="en-GB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BE" sz="2200" b="1" dirty="0">
                          <a:solidFill>
                            <a:schemeClr val="tx1"/>
                          </a:solidFill>
                        </a:rPr>
                        <a:t>onv 2</a:t>
                      </a:r>
                      <a14:m>
                        <m:oMath xmlns:m="http://schemas.openxmlformats.org/officeDocument/2006/math"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oMath>
                      </a14:m>
                      <a:r>
                        <a:rPr lang="en-BE" sz="2200" b="1" dirty="0">
                          <a:solidFill>
                            <a:schemeClr val="tx1"/>
                          </a:solidFill>
                        </a:rPr>
                        <a:t>, stride </a:t>
                      </a:r>
                      <a14:m>
                        <m:oMath xmlns:m="http://schemas.openxmlformats.org/officeDocument/2006/math"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oMath>
                      </a14:m>
                      <a:endParaRPr lang="en-BE" sz="2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2C96B5F3-A9AE-6942-976A-4575905576B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777513" y="14542681"/>
                      <a:ext cx="3096092" cy="468000"/>
                    </a:xfrm>
                    <a:prstGeom prst="rect">
                      <a:avLst/>
                    </a:prstGeom>
                    <a:blipFill>
                      <a:blip r:embed="rId38"/>
                      <a:stretch>
                        <a:fillRect l="-2449" t="-2632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8BAB25E3-A853-EB46-BF13-4FCBB610F799}"/>
                    </a:ext>
                  </a:extLst>
                </p:cNvPr>
                <p:cNvSpPr/>
                <p:nvPr/>
              </p:nvSpPr>
              <p:spPr>
                <a:xfrm>
                  <a:off x="25991360" y="13344201"/>
                  <a:ext cx="1717488" cy="468000"/>
                </a:xfrm>
                <a:prstGeom prst="rect">
                  <a:avLst/>
                </a:prstGeom>
                <a:solidFill>
                  <a:srgbClr val="AB7942">
                    <a:alpha val="25000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Stem Block</a:t>
                  </a:r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EC3C72E9-F06B-A747-8183-3667523E802B}"/>
                    </a:ext>
                  </a:extLst>
                </p:cNvPr>
                <p:cNvSpPr/>
                <p:nvPr/>
              </p:nvSpPr>
              <p:spPr>
                <a:xfrm>
                  <a:off x="25991360" y="13942793"/>
                  <a:ext cx="1717488" cy="468000"/>
                </a:xfrm>
                <a:prstGeom prst="rect">
                  <a:avLst/>
                </a:prstGeom>
                <a:solidFill>
                  <a:srgbClr val="521B93">
                    <a:alpha val="20000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Head Block</a:t>
                  </a:r>
                </a:p>
              </p:txBody>
            </p:sp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E47BE199-C7B8-664C-A34A-CB8B55C87266}"/>
                    </a:ext>
                  </a:extLst>
                </p:cNvPr>
                <p:cNvSpPr/>
                <p:nvPr/>
              </p:nvSpPr>
              <p:spPr>
                <a:xfrm>
                  <a:off x="25991360" y="15142709"/>
                  <a:ext cx="1717488" cy="468000"/>
                </a:xfrm>
                <a:prstGeom prst="rect">
                  <a:avLst/>
                </a:prstGeom>
                <a:solidFill>
                  <a:srgbClr val="009193">
                    <a:alpha val="25000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Upsample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Rectangle 72">
                      <a:extLst>
                        <a:ext uri="{FF2B5EF4-FFF2-40B4-BE49-F238E27FC236}">
                          <a16:creationId xmlns:a16="http://schemas.microsoft.com/office/drawing/2014/main" id="{851623D5-DC70-BF4D-B56A-32767776BB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77513" y="13344201"/>
                      <a:ext cx="3096092" cy="468000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vert="horz" rtlCol="0" anchor="ctr"/>
                    <a:lstStyle/>
                    <a:p>
                      <a:r>
                        <a:rPr lang="en-GB" sz="2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en-BE" sz="2200" b="1" dirty="0">
                          <a:solidFill>
                            <a:schemeClr val="tx1"/>
                          </a:solidFill>
                        </a:rPr>
                        <a:t>onv </a:t>
                      </a:r>
                      <a14:m>
                        <m:oMath xmlns:m="http://schemas.openxmlformats.org/officeDocument/2006/math"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oMath>
                      </a14:m>
                      <a:endParaRPr lang="en-BE" sz="2200" b="1" i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3" name="Rectangle 72">
                      <a:extLst>
                        <a:ext uri="{FF2B5EF4-FFF2-40B4-BE49-F238E27FC236}">
                          <a16:creationId xmlns:a16="http://schemas.microsoft.com/office/drawing/2014/main" id="{851623D5-DC70-BF4D-B56A-32767776BB31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777513" y="13344201"/>
                      <a:ext cx="3096092" cy="468000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l="-2449" t="-5263" b="-21053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4" name="Rectangle 73">
                      <a:extLst>
                        <a:ext uri="{FF2B5EF4-FFF2-40B4-BE49-F238E27FC236}">
                          <a16:creationId xmlns:a16="http://schemas.microsoft.com/office/drawing/2014/main" id="{21C6588E-A8A6-FC4D-A9B1-AEE257058C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77513" y="15142709"/>
                      <a:ext cx="4250633" cy="468000"/>
                    </a:xfrm>
                    <a:prstGeom prst="rect">
                      <a:avLst/>
                    </a:prstGeom>
                    <a:noFill/>
                    <a:ln w="25400">
                      <a:noFill/>
                    </a:ln>
                  </p:spPr>
                  <p:style>
                    <a:lnRef idx="2">
                      <a:schemeClr val="accent6">
                        <a:shade val="50000"/>
                      </a:schemeClr>
                    </a:lnRef>
                    <a:fillRef idx="1">
                      <a:schemeClr val="accent6"/>
                    </a:fillRef>
                    <a:effectRef idx="0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vert="horz" rtlCol="0" anchor="ctr"/>
                    <a:lstStyle/>
                    <a:p>
                      <a:r>
                        <a:rPr lang="en-GB" sz="2200" b="1" dirty="0">
                          <a:solidFill>
                            <a:schemeClr val="tx1"/>
                          </a:solidFill>
                        </a:rPr>
                        <a:t>Transposed C</a:t>
                      </a:r>
                      <a:r>
                        <a:rPr lang="en-BE" sz="2200" b="1" dirty="0">
                          <a:solidFill>
                            <a:schemeClr val="tx1"/>
                          </a:solidFill>
                        </a:rPr>
                        <a:t>onv 2</a:t>
                      </a:r>
                      <a14:m>
                        <m:oMath xmlns:m="http://schemas.openxmlformats.org/officeDocument/2006/math"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oMath>
                      </a14:m>
                      <a:r>
                        <a:rPr lang="en-BE" sz="2200" b="1" dirty="0">
                          <a:solidFill>
                            <a:schemeClr val="tx1"/>
                          </a:solidFill>
                        </a:rPr>
                        <a:t>, stride </a:t>
                      </a:r>
                      <a14:m>
                        <m:oMath xmlns:m="http://schemas.openxmlformats.org/officeDocument/2006/math"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oMath>
                      </a14:m>
                      <a:endParaRPr lang="en-BE" sz="2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74" name="Rectangle 73">
                      <a:extLst>
                        <a:ext uri="{FF2B5EF4-FFF2-40B4-BE49-F238E27FC236}">
                          <a16:creationId xmlns:a16="http://schemas.microsoft.com/office/drawing/2014/main" id="{21C6588E-A8A6-FC4D-A9B1-AEE257058C3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7777513" y="15142709"/>
                      <a:ext cx="4250633" cy="468000"/>
                    </a:xfrm>
                    <a:prstGeom prst="rect">
                      <a:avLst/>
                    </a:prstGeom>
                    <a:blipFill>
                      <a:blip r:embed="rId39"/>
                      <a:stretch>
                        <a:fillRect l="-1791" t="-2632" b="-23684"/>
                      </a:stretch>
                    </a:blipFill>
                    <a:ln w="25400">
                      <a:noFill/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0E672ABC-7056-C74C-986D-DD9F016C0BD8}"/>
                    </a:ext>
                  </a:extLst>
                </p:cNvPr>
                <p:cNvSpPr/>
                <p:nvPr/>
              </p:nvSpPr>
              <p:spPr>
                <a:xfrm>
                  <a:off x="25991360" y="14542681"/>
                  <a:ext cx="1717488" cy="468000"/>
                </a:xfrm>
                <a:prstGeom prst="rect">
                  <a:avLst/>
                </a:prstGeom>
                <a:solidFill>
                  <a:srgbClr val="FF2600">
                    <a:alpha val="20009"/>
                  </a:srgbClr>
                </a:solidFill>
                <a:ln w="25400">
                  <a:solidFill>
                    <a:schemeClr val="tx1"/>
                  </a:solidFill>
                </a:ln>
              </p:spPr>
              <p:style>
                <a:lnRef idx="2">
                  <a:schemeClr val="accent6">
                    <a:shade val="50000"/>
                  </a:schemeClr>
                </a:lnRef>
                <a:fillRef idx="1">
                  <a:schemeClr val="accent6"/>
                </a:fillRef>
                <a:effectRef idx="0">
                  <a:schemeClr val="accent6"/>
                </a:effectRef>
                <a:fontRef idx="minor">
                  <a:schemeClr val="lt1"/>
                </a:fontRef>
              </p:style>
              <p:txBody>
                <a:bodyPr vert="horz" rtlCol="0" anchor="ctr"/>
                <a:lstStyle/>
                <a:p>
                  <a:pPr algn="ctr"/>
                  <a:r>
                    <a:rPr lang="en-BE" sz="2200" b="1" dirty="0">
                      <a:solidFill>
                        <a:schemeClr val="tx1"/>
                      </a:solidFill>
                    </a:rPr>
                    <a:t>Downsample</a:t>
                  </a:r>
                </a:p>
              </p:txBody>
            </p:sp>
          </p:grpSp>
        </p:grp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D5E4A7D-E89D-F147-901F-117370B0E600}"/>
                </a:ext>
              </a:extLst>
            </p:cNvPr>
            <p:cNvSpPr>
              <a:spLocks/>
            </p:cNvSpPr>
            <p:nvPr/>
          </p:nvSpPr>
          <p:spPr>
            <a:xfrm flipH="1">
              <a:off x="20498738" y="14577583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∼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396AF10-938D-8840-A7C2-A5FE86D08C68}"/>
                </a:ext>
              </a:extLst>
            </p:cNvPr>
            <p:cNvSpPr/>
            <p:nvPr/>
          </p:nvSpPr>
          <p:spPr>
            <a:xfrm>
              <a:off x="19058844" y="14330203"/>
              <a:ext cx="1507278" cy="8340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  <a:ea typeface="Cambria Math" panose="02040503050406030204" pitchFamily="18" charset="0"/>
                </a:rPr>
                <a:t>Positional Embedding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0861EEB-D9DE-664C-AFBB-74C05284AFA8}"/>
                </a:ext>
              </a:extLst>
            </p:cNvPr>
            <p:cNvCxnSpPr>
              <a:cxnSpLocks/>
              <a:stCxn id="60" idx="4"/>
              <a:endCxn id="63" idx="0"/>
            </p:cNvCxnSpPr>
            <p:nvPr/>
          </p:nvCxnSpPr>
          <p:spPr>
            <a:xfrm>
              <a:off x="20678738" y="14937583"/>
              <a:ext cx="0" cy="57872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0F95360C-33ED-2F44-8B99-925D1D5B8E28}"/>
                </a:ext>
              </a:extLst>
            </p:cNvPr>
            <p:cNvSpPr>
              <a:spLocks/>
            </p:cNvSpPr>
            <p:nvPr/>
          </p:nvSpPr>
          <p:spPr>
            <a:xfrm flipH="1">
              <a:off x="20498738" y="15516308"/>
              <a:ext cx="360000" cy="36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+</a:t>
              </a:r>
            </a:p>
          </p:txBody>
        </p:sp>
        <p:cxnSp>
          <p:nvCxnSpPr>
            <p:cNvPr id="64" name="Elbow Connector 63">
              <a:extLst>
                <a:ext uri="{FF2B5EF4-FFF2-40B4-BE49-F238E27FC236}">
                  <a16:creationId xmlns:a16="http://schemas.microsoft.com/office/drawing/2014/main" id="{0206874D-6D20-694C-8711-50F8116ED87E}"/>
                </a:ext>
              </a:extLst>
            </p:cNvPr>
            <p:cNvCxnSpPr>
              <a:cxnSpLocks/>
              <a:stCxn id="14" idx="2"/>
              <a:endCxn id="25" idx="1"/>
            </p:cNvCxnSpPr>
            <p:nvPr/>
          </p:nvCxnSpPr>
          <p:spPr>
            <a:xfrm rot="16200000" flipH="1">
              <a:off x="16447073" y="14654225"/>
              <a:ext cx="1814460" cy="269705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A59C513-0C1A-4448-8BFD-E11D71A29A45}"/>
                </a:ext>
              </a:extLst>
            </p:cNvPr>
            <p:cNvCxnSpPr>
              <a:cxnSpLocks/>
              <a:stCxn id="25" idx="3"/>
              <a:endCxn id="63" idx="6"/>
            </p:cNvCxnSpPr>
            <p:nvPr/>
          </p:nvCxnSpPr>
          <p:spPr>
            <a:xfrm>
              <a:off x="20225156" y="15696308"/>
              <a:ext cx="27358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312EF466-766F-074A-8795-52F345EC1D28}"/>
                </a:ext>
              </a:extLst>
            </p:cNvPr>
            <p:cNvCxnSpPr>
              <a:cxnSpLocks/>
              <a:stCxn id="63" idx="2"/>
              <a:endCxn id="26" idx="1"/>
            </p:cNvCxnSpPr>
            <p:nvPr/>
          </p:nvCxnSpPr>
          <p:spPr>
            <a:xfrm>
              <a:off x="20858738" y="15696308"/>
              <a:ext cx="264366" cy="753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120417C1-2D92-8A4E-8A5D-EBC545C59DEE}"/>
                    </a:ext>
                  </a:extLst>
                </p:cNvPr>
                <p:cNvSpPr/>
                <p:nvPr/>
              </p:nvSpPr>
              <p:spPr>
                <a:xfrm>
                  <a:off x="19384169" y="8550542"/>
                  <a:ext cx="2351767" cy="103605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120417C1-2D92-8A4E-8A5D-EBC545C59DE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84169" y="8550542"/>
                  <a:ext cx="2351767" cy="103605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1A8839A9-FF80-3840-B4CA-AC0B544EBF3E}"/>
                    </a:ext>
                  </a:extLst>
                </p:cNvPr>
                <p:cNvSpPr/>
                <p:nvPr/>
              </p:nvSpPr>
              <p:spPr>
                <a:xfrm>
                  <a:off x="19384169" y="10624619"/>
                  <a:ext cx="2351767" cy="103605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1A8839A9-FF80-3840-B4CA-AC0B544EBF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84169" y="10624619"/>
                  <a:ext cx="2351767" cy="103605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6502B772-5BD4-3A43-984F-96B5BFEA5BE2}"/>
                    </a:ext>
                  </a:extLst>
                </p:cNvPr>
                <p:cNvSpPr/>
                <p:nvPr/>
              </p:nvSpPr>
              <p:spPr>
                <a:xfrm>
                  <a:off x="19384169" y="12700683"/>
                  <a:ext cx="2351767" cy="103605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6502B772-5BD4-3A43-984F-96B5BFEA5B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84169" y="12700683"/>
                  <a:ext cx="2351767" cy="103605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C8B9A37D-77E2-D14C-9B69-57EC9D63AF1E}"/>
                    </a:ext>
                  </a:extLst>
                </p:cNvPr>
                <p:cNvSpPr/>
                <p:nvPr/>
              </p:nvSpPr>
              <p:spPr>
                <a:xfrm>
                  <a:off x="21732215" y="14529919"/>
                  <a:ext cx="2351767" cy="103605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𝐻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num>
                          <m:den>
                            <m: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C8B9A37D-77E2-D14C-9B69-57EC9D63AF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32215" y="14529919"/>
                  <a:ext cx="2351767" cy="103605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6143B932-7ED4-3A45-B3D2-C494F9B7342A}"/>
                    </a:ext>
                  </a:extLst>
                </p:cNvPr>
                <p:cNvSpPr/>
                <p:nvPr/>
              </p:nvSpPr>
              <p:spPr>
                <a:xfrm>
                  <a:off x="19384168" y="6667001"/>
                  <a:ext cx="2351767" cy="103605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6143B932-7ED4-3A45-B3D2-C494F9B73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84168" y="6667001"/>
                  <a:ext cx="2351767" cy="103605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DF74F0C2-F511-124B-BD13-C1B0F8488830}"/>
                    </a:ext>
                  </a:extLst>
                </p:cNvPr>
                <p:cNvSpPr/>
                <p:nvPr/>
              </p:nvSpPr>
              <p:spPr>
                <a:xfrm>
                  <a:off x="13080914" y="7827886"/>
                  <a:ext cx="2351767" cy="103605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lnSpc>
                      <a:spcPct val="10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dirty="0" smtClean="0">
                            <a:solidFill>
                              <a:schemeClr val="tx1"/>
                            </a:solidFill>
                          </a:rPr>
                          <m:t>Input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algn="ctr">
                    <a:lnSpc>
                      <a:spcPct val="10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</a:rPr>
                          <m:t>4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DF74F0C2-F511-124B-BD13-C1B0F848883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80914" y="7827886"/>
                  <a:ext cx="2351767" cy="103605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65508EA0-BACD-C543-89F3-689BFC23B43C}"/>
                    </a:ext>
                  </a:extLst>
                </p:cNvPr>
                <p:cNvSpPr/>
                <p:nvPr/>
              </p:nvSpPr>
              <p:spPr>
                <a:xfrm>
                  <a:off x="27907168" y="7491006"/>
                  <a:ext cx="2351767" cy="1036052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dirty="0" smtClean="0">
                            <a:solidFill>
                              <a:schemeClr val="tx1"/>
                            </a:solidFill>
                          </a:rPr>
                          <m:t>Output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chemeClr val="tx1"/>
                            </a:solidFill>
                          </a:rPr>
                          <m:t>3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65508EA0-BACD-C543-89F3-689BFC23B4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07168" y="7491006"/>
                  <a:ext cx="2351767" cy="103605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39680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rocess 182">
            <a:extLst>
              <a:ext uri="{FF2B5EF4-FFF2-40B4-BE49-F238E27FC236}">
                <a16:creationId xmlns:a16="http://schemas.microsoft.com/office/drawing/2014/main" id="{28CA56F9-6860-FF4D-B831-8F1ECC9A0C1B}"/>
              </a:ext>
            </a:extLst>
          </p:cNvPr>
          <p:cNvSpPr/>
          <p:nvPr/>
        </p:nvSpPr>
        <p:spPr>
          <a:xfrm>
            <a:off x="27682012" y="11438526"/>
            <a:ext cx="900000" cy="54000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tx1"/>
                </a:solidFill>
              </a:rPr>
              <a:t>Swin</a:t>
            </a:r>
          </a:p>
        </p:txBody>
      </p:sp>
      <p:sp>
        <p:nvSpPr>
          <p:cNvPr id="184" name="Process 183">
            <a:extLst>
              <a:ext uri="{FF2B5EF4-FFF2-40B4-BE49-F238E27FC236}">
                <a16:creationId xmlns:a16="http://schemas.microsoft.com/office/drawing/2014/main" id="{A765078B-B71E-7943-8092-42AF9A3217CC}"/>
              </a:ext>
            </a:extLst>
          </p:cNvPr>
          <p:cNvSpPr/>
          <p:nvPr/>
        </p:nvSpPr>
        <p:spPr>
          <a:xfrm>
            <a:off x="26422014" y="10737025"/>
            <a:ext cx="2160000" cy="468000"/>
          </a:xfrm>
          <a:prstGeom prst="flowChartProcess">
            <a:avLst/>
          </a:prstGeom>
          <a:solidFill>
            <a:srgbClr val="941651">
              <a:alpha val="20000"/>
            </a:srgb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tx1"/>
                </a:solidFill>
              </a:rPr>
              <a:t>Unfold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C1499D6D-00C8-7342-8712-1ABD8322ED88}"/>
              </a:ext>
            </a:extLst>
          </p:cNvPr>
          <p:cNvCxnSpPr>
            <a:cxnSpLocks/>
            <a:stCxn id="184" idx="0"/>
            <a:endCxn id="187" idx="2"/>
          </p:cNvCxnSpPr>
          <p:nvPr/>
        </p:nvCxnSpPr>
        <p:spPr>
          <a:xfrm flipH="1" flipV="1">
            <a:off x="27502016" y="10497785"/>
            <a:ext cx="5" cy="239247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Elbow Connector 185">
            <a:extLst>
              <a:ext uri="{FF2B5EF4-FFF2-40B4-BE49-F238E27FC236}">
                <a16:creationId xmlns:a16="http://schemas.microsoft.com/office/drawing/2014/main" id="{C2E7EE27-2FCB-3E4D-9580-FAB1992B7695}"/>
              </a:ext>
            </a:extLst>
          </p:cNvPr>
          <p:cNvCxnSpPr>
            <a:cxnSpLocks/>
            <a:endCxn id="183" idx="2"/>
          </p:cNvCxnSpPr>
          <p:nvPr/>
        </p:nvCxnSpPr>
        <p:spPr>
          <a:xfrm rot="5400000" flipH="1" flipV="1">
            <a:off x="27646013" y="11834527"/>
            <a:ext cx="342000" cy="629998"/>
          </a:xfrm>
          <a:prstGeom prst="bentConnector3">
            <a:avLst>
              <a:gd name="adj1" fmla="val 35928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Rectangle 186">
            <a:extLst>
              <a:ext uri="{FF2B5EF4-FFF2-40B4-BE49-F238E27FC236}">
                <a16:creationId xmlns:a16="http://schemas.microsoft.com/office/drawing/2014/main" id="{268B4337-EFEE-7044-8302-80593DDE036F}"/>
              </a:ext>
            </a:extLst>
          </p:cNvPr>
          <p:cNvSpPr/>
          <p:nvPr/>
        </p:nvSpPr>
        <p:spPr>
          <a:xfrm>
            <a:off x="26422009" y="10029778"/>
            <a:ext cx="2160000" cy="468000"/>
          </a:xfrm>
          <a:prstGeom prst="rect">
            <a:avLst/>
          </a:prstGeom>
          <a:solidFill>
            <a:srgbClr val="000000">
              <a:alpha val="15000"/>
            </a:srgbClr>
          </a:solidFill>
          <a:ln w="254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tx1"/>
                </a:solidFill>
              </a:rPr>
              <a:t>Concatenate</a:t>
            </a:r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32CEB545-7A56-E74A-A0B2-E2083DA50496}"/>
              </a:ext>
            </a:extLst>
          </p:cNvPr>
          <p:cNvCxnSpPr>
            <a:cxnSpLocks/>
            <a:endCxn id="184" idx="2"/>
          </p:cNvCxnSpPr>
          <p:nvPr/>
        </p:nvCxnSpPr>
        <p:spPr>
          <a:xfrm flipV="1">
            <a:off x="27502014" y="11205032"/>
            <a:ext cx="0" cy="111550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EB031A20-8F58-F245-AD54-4445A009452E}"/>
              </a:ext>
            </a:extLst>
          </p:cNvPr>
          <p:cNvCxnSpPr>
            <a:cxnSpLocks/>
            <a:stCxn id="183" idx="0"/>
          </p:cNvCxnSpPr>
          <p:nvPr/>
        </p:nvCxnSpPr>
        <p:spPr>
          <a:xfrm flipV="1">
            <a:off x="28132015" y="11215520"/>
            <a:ext cx="1" cy="223006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219CE2B4-09F3-284E-BF03-183F94B19EC1}"/>
              </a:ext>
            </a:extLst>
          </p:cNvPr>
          <p:cNvCxnSpPr>
            <a:cxnSpLocks/>
          </p:cNvCxnSpPr>
          <p:nvPr/>
        </p:nvCxnSpPr>
        <p:spPr>
          <a:xfrm flipV="1">
            <a:off x="28132012" y="10482302"/>
            <a:ext cx="0" cy="26522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9D3D634-BE48-0642-B8CC-A6BFCB10E741}"/>
              </a:ext>
            </a:extLst>
          </p:cNvPr>
          <p:cNvGrpSpPr/>
          <p:nvPr/>
        </p:nvGrpSpPr>
        <p:grpSpPr>
          <a:xfrm>
            <a:off x="16186867" y="8464511"/>
            <a:ext cx="2520000" cy="5789501"/>
            <a:chOff x="16186867" y="8464511"/>
            <a:chExt cx="2520000" cy="5789501"/>
          </a:xfrm>
        </p:grpSpPr>
        <p:sp>
          <p:nvSpPr>
            <p:cNvPr id="51" name="Process 50">
              <a:extLst>
                <a:ext uri="{FF2B5EF4-FFF2-40B4-BE49-F238E27FC236}">
                  <a16:creationId xmlns:a16="http://schemas.microsoft.com/office/drawing/2014/main" id="{A6CAD9F7-F1C3-DA4E-BC91-3B25BCF4141B}"/>
                </a:ext>
              </a:extLst>
            </p:cNvPr>
            <p:cNvSpPr/>
            <p:nvPr/>
          </p:nvSpPr>
          <p:spPr>
            <a:xfrm flipH="1">
              <a:off x="17289371" y="12139235"/>
              <a:ext cx="1080000" cy="720000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US" sz="2200">
                <a:solidFill>
                  <a:schemeClr val="tx1"/>
                </a:solidFill>
              </a:endParaRPr>
            </a:p>
          </p:txBody>
        </p:sp>
        <p:sp>
          <p:nvSpPr>
            <p:cNvPr id="52" name="Process 51">
              <a:extLst>
                <a:ext uri="{FF2B5EF4-FFF2-40B4-BE49-F238E27FC236}">
                  <a16:creationId xmlns:a16="http://schemas.microsoft.com/office/drawing/2014/main" id="{386A4CBE-3D0C-B647-BC0C-C31D08E61264}"/>
                </a:ext>
              </a:extLst>
            </p:cNvPr>
            <p:cNvSpPr/>
            <p:nvPr/>
          </p:nvSpPr>
          <p:spPr>
            <a:xfrm flipH="1">
              <a:off x="16213362" y="12139235"/>
              <a:ext cx="1080000" cy="720000"/>
            </a:xfrm>
            <a:prstGeom prst="flowChartProcess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US" sz="2200">
                <a:solidFill>
                  <a:schemeClr val="tx1"/>
                </a:solidFill>
              </a:endParaRPr>
            </a:p>
          </p:txBody>
        </p:sp>
        <p:sp>
          <p:nvSpPr>
            <p:cNvPr id="36" name="Process 35">
              <a:extLst>
                <a:ext uri="{FF2B5EF4-FFF2-40B4-BE49-F238E27FC236}">
                  <a16:creationId xmlns:a16="http://schemas.microsoft.com/office/drawing/2014/main" id="{BA891FE6-9B67-D641-A3DE-1359D81E409A}"/>
                </a:ext>
              </a:extLst>
            </p:cNvPr>
            <p:cNvSpPr/>
            <p:nvPr/>
          </p:nvSpPr>
          <p:spPr>
            <a:xfrm flipH="1">
              <a:off x="16276867" y="10530590"/>
              <a:ext cx="2340000" cy="540000"/>
            </a:xfrm>
            <a:prstGeom prst="flowChart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Layer Norm</a:t>
              </a:r>
            </a:p>
          </p:txBody>
        </p:sp>
        <p:sp>
          <p:nvSpPr>
            <p:cNvPr id="37" name="Or 36">
              <a:extLst>
                <a:ext uri="{FF2B5EF4-FFF2-40B4-BE49-F238E27FC236}">
                  <a16:creationId xmlns:a16="http://schemas.microsoft.com/office/drawing/2014/main" id="{5D1E82C5-C50C-114A-B8F8-F7DDB5CB412F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7266867" y="11541608"/>
              <a:ext cx="360000" cy="360000"/>
            </a:xfrm>
            <a:prstGeom prst="flowChar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BE" sz="2200">
                <a:solidFill>
                  <a:schemeClr val="tx1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A2334AC-3281-E94D-9AB6-746A3FA38ED4}"/>
                </a:ext>
              </a:extLst>
            </p:cNvPr>
            <p:cNvCxnSpPr>
              <a:cxnSpLocks/>
              <a:stCxn id="36" idx="0"/>
              <a:endCxn id="62" idx="2"/>
            </p:cNvCxnSpPr>
            <p:nvPr/>
          </p:nvCxnSpPr>
          <p:spPr>
            <a:xfrm flipV="1">
              <a:off x="17446867" y="10165897"/>
              <a:ext cx="0" cy="36469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DC45223-A6B2-C943-9EA2-3AC46BC85299}"/>
                </a:ext>
              </a:extLst>
            </p:cNvPr>
            <p:cNvCxnSpPr>
              <a:cxnSpLocks/>
              <a:stCxn id="37" idx="0"/>
              <a:endCxn id="36" idx="2"/>
            </p:cNvCxnSpPr>
            <p:nvPr/>
          </p:nvCxnSpPr>
          <p:spPr>
            <a:xfrm flipV="1">
              <a:off x="17446867" y="11070590"/>
              <a:ext cx="0" cy="471018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Process 39">
              <a:extLst>
                <a:ext uri="{FF2B5EF4-FFF2-40B4-BE49-F238E27FC236}">
                  <a16:creationId xmlns:a16="http://schemas.microsoft.com/office/drawing/2014/main" id="{8746343B-ADDE-2F42-9E03-3EE15110CAE9}"/>
                </a:ext>
              </a:extLst>
            </p:cNvPr>
            <p:cNvSpPr/>
            <p:nvPr/>
          </p:nvSpPr>
          <p:spPr>
            <a:xfrm flipH="1">
              <a:off x="16276867" y="13170994"/>
              <a:ext cx="2340000" cy="540000"/>
            </a:xfrm>
            <a:prstGeom prst="flowChart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Layer Norm</a:t>
              </a:r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3B9D6573-3547-4343-96E1-C252EEE36984}"/>
                </a:ext>
              </a:extLst>
            </p:cNvPr>
            <p:cNvCxnSpPr>
              <a:cxnSpLocks/>
              <a:stCxn id="40" idx="0"/>
              <a:endCxn id="63" idx="2"/>
            </p:cNvCxnSpPr>
            <p:nvPr/>
          </p:nvCxnSpPr>
          <p:spPr>
            <a:xfrm flipV="1">
              <a:off x="17446867" y="12806301"/>
              <a:ext cx="0" cy="36469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08F76B6-D535-6D4B-850F-D70C8622B187}"/>
                </a:ext>
              </a:extLst>
            </p:cNvPr>
            <p:cNvCxnSpPr>
              <a:cxnSpLocks/>
              <a:stCxn id="63" idx="0"/>
              <a:endCxn id="37" idx="4"/>
            </p:cNvCxnSpPr>
            <p:nvPr/>
          </p:nvCxnSpPr>
          <p:spPr>
            <a:xfrm flipV="1">
              <a:off x="17446867" y="11901608"/>
              <a:ext cx="0" cy="36469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A9A82F9B-70EA-1C4D-9970-2CE04591C347}"/>
                </a:ext>
              </a:extLst>
            </p:cNvPr>
            <p:cNvCxnSpPr>
              <a:cxnSpLocks/>
              <a:stCxn id="53" idx="0"/>
              <a:endCxn id="40" idx="2"/>
            </p:cNvCxnSpPr>
            <p:nvPr/>
          </p:nvCxnSpPr>
          <p:spPr>
            <a:xfrm flipV="1">
              <a:off x="17446867" y="13710994"/>
              <a:ext cx="0" cy="471018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CD0C765E-13CD-9D44-A26C-79C0B345CA16}"/>
                </a:ext>
              </a:extLst>
            </p:cNvPr>
            <p:cNvCxnSpPr>
              <a:cxnSpLocks/>
              <a:stCxn id="62" idx="0"/>
              <a:endCxn id="46" idx="4"/>
            </p:cNvCxnSpPr>
            <p:nvPr/>
          </p:nvCxnSpPr>
          <p:spPr>
            <a:xfrm flipV="1">
              <a:off x="17446867" y="9261204"/>
              <a:ext cx="0" cy="36469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2ECE96E9-B5F5-F142-8BC8-0D727A1C68F9}"/>
                </a:ext>
              </a:extLst>
            </p:cNvPr>
            <p:cNvCxnSpPr>
              <a:cxnSpLocks/>
              <a:stCxn id="37" idx="0"/>
              <a:endCxn id="46" idx="2"/>
            </p:cNvCxnSpPr>
            <p:nvPr/>
          </p:nvCxnSpPr>
          <p:spPr>
            <a:xfrm rot="5400000" flipH="1" flipV="1">
              <a:off x="16306665" y="10221406"/>
              <a:ext cx="2460404" cy="180000"/>
            </a:xfrm>
            <a:prstGeom prst="bentConnector4">
              <a:avLst>
                <a:gd name="adj1" fmla="val 7449"/>
                <a:gd name="adj2" fmla="val 841326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r 45">
              <a:extLst>
                <a:ext uri="{FF2B5EF4-FFF2-40B4-BE49-F238E27FC236}">
                  <a16:creationId xmlns:a16="http://schemas.microsoft.com/office/drawing/2014/main" id="{B085772E-F991-314E-A233-EFF1A0CBD943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17266867" y="8901204"/>
              <a:ext cx="360000" cy="360000"/>
            </a:xfrm>
            <a:prstGeom prst="flowChartOr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BE" sz="2200">
                <a:solidFill>
                  <a:schemeClr val="tx1"/>
                </a:solidFill>
              </a:endParaRPr>
            </a:p>
          </p:txBody>
        </p:sp>
        <p:cxnSp>
          <p:nvCxnSpPr>
            <p:cNvPr id="47" name="Elbow Connector 46">
              <a:extLst>
                <a:ext uri="{FF2B5EF4-FFF2-40B4-BE49-F238E27FC236}">
                  <a16:creationId xmlns:a16="http://schemas.microsoft.com/office/drawing/2014/main" id="{B104247C-66EA-104F-980A-DAC158F5B255}"/>
                </a:ext>
              </a:extLst>
            </p:cNvPr>
            <p:cNvCxnSpPr>
              <a:cxnSpLocks/>
              <a:stCxn id="53" idx="0"/>
              <a:endCxn id="37" idx="2"/>
            </p:cNvCxnSpPr>
            <p:nvPr/>
          </p:nvCxnSpPr>
          <p:spPr>
            <a:xfrm rot="5400000" flipH="1" flipV="1">
              <a:off x="16306665" y="12861810"/>
              <a:ext cx="2460404" cy="180000"/>
            </a:xfrm>
            <a:prstGeom prst="bentConnector4">
              <a:avLst>
                <a:gd name="adj1" fmla="val 8313"/>
                <a:gd name="adj2" fmla="val 853139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2B801A9-C66A-CC46-89AC-E6E0879BB441}"/>
                </a:ext>
              </a:extLst>
            </p:cNvPr>
            <p:cNvCxnSpPr>
              <a:cxnSpLocks/>
              <a:stCxn id="46" idx="0"/>
              <a:endCxn id="50" idx="2"/>
            </p:cNvCxnSpPr>
            <p:nvPr/>
          </p:nvCxnSpPr>
          <p:spPr>
            <a:xfrm flipV="1">
              <a:off x="17446867" y="8536511"/>
              <a:ext cx="0" cy="36469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Process 61">
              <a:extLst>
                <a:ext uri="{FF2B5EF4-FFF2-40B4-BE49-F238E27FC236}">
                  <a16:creationId xmlns:a16="http://schemas.microsoft.com/office/drawing/2014/main" id="{51A3D17A-B0A8-864B-8898-8EC41C9D389F}"/>
                </a:ext>
              </a:extLst>
            </p:cNvPr>
            <p:cNvSpPr/>
            <p:nvPr/>
          </p:nvSpPr>
          <p:spPr>
            <a:xfrm flipH="1">
              <a:off x="16276867" y="9625897"/>
              <a:ext cx="2340000" cy="540000"/>
            </a:xfrm>
            <a:prstGeom prst="flowChartProcess">
              <a:avLst/>
            </a:prstGeom>
            <a:solidFill>
              <a:srgbClr val="0096FF">
                <a:alpha val="24945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MLP</a:t>
              </a:r>
            </a:p>
          </p:txBody>
        </p:sp>
        <p:sp>
          <p:nvSpPr>
            <p:cNvPr id="63" name="Process 62">
              <a:extLst>
                <a:ext uri="{FF2B5EF4-FFF2-40B4-BE49-F238E27FC236}">
                  <a16:creationId xmlns:a16="http://schemas.microsoft.com/office/drawing/2014/main" id="{909DB3B8-0286-0644-9F38-5D349E9196C3}"/>
                </a:ext>
              </a:extLst>
            </p:cNvPr>
            <p:cNvSpPr/>
            <p:nvPr/>
          </p:nvSpPr>
          <p:spPr>
            <a:xfrm flipH="1">
              <a:off x="16276867" y="12266301"/>
              <a:ext cx="2340000" cy="540000"/>
            </a:xfrm>
            <a:prstGeom prst="flowChartProcess">
              <a:avLst/>
            </a:prstGeom>
            <a:solidFill>
              <a:srgbClr val="009051">
                <a:alpha val="30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Wrapped NMF</a:t>
              </a:r>
            </a:p>
          </p:txBody>
        </p:sp>
        <p:sp>
          <p:nvSpPr>
            <p:cNvPr id="50" name="Process 49">
              <a:extLst>
                <a:ext uri="{FF2B5EF4-FFF2-40B4-BE49-F238E27FC236}">
                  <a16:creationId xmlns:a16="http://schemas.microsoft.com/office/drawing/2014/main" id="{D6FED5F3-A667-5E4A-BB97-33B8EA855548}"/>
                </a:ext>
              </a:extLst>
            </p:cNvPr>
            <p:cNvSpPr/>
            <p:nvPr/>
          </p:nvSpPr>
          <p:spPr>
            <a:xfrm flipH="1">
              <a:off x="16186867" y="8464511"/>
              <a:ext cx="2520000" cy="72000"/>
            </a:xfrm>
            <a:prstGeom prst="flowChartProcess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BE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Process 52">
              <a:extLst>
                <a:ext uri="{FF2B5EF4-FFF2-40B4-BE49-F238E27FC236}">
                  <a16:creationId xmlns:a16="http://schemas.microsoft.com/office/drawing/2014/main" id="{945213F3-13C8-7E47-BDD6-E862AFF67958}"/>
                </a:ext>
              </a:extLst>
            </p:cNvPr>
            <p:cNvSpPr/>
            <p:nvPr/>
          </p:nvSpPr>
          <p:spPr>
            <a:xfrm flipH="1">
              <a:off x="16186867" y="14182012"/>
              <a:ext cx="2520000" cy="72000"/>
            </a:xfrm>
            <a:prstGeom prst="flowChartProcess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BE" sz="22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18A6CFF-898F-F94F-A7EF-0267800FCBDF}"/>
              </a:ext>
            </a:extLst>
          </p:cNvPr>
          <p:cNvGrpSpPr/>
          <p:nvPr/>
        </p:nvGrpSpPr>
        <p:grpSpPr>
          <a:xfrm>
            <a:off x="21810690" y="8790292"/>
            <a:ext cx="2340000" cy="5320819"/>
            <a:chOff x="21810690" y="8790292"/>
            <a:chExt cx="2340000" cy="5320819"/>
          </a:xfrm>
        </p:grpSpPr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0D2580EF-E9F7-0E4D-9817-C7DDC2316081}"/>
                </a:ext>
              </a:extLst>
            </p:cNvPr>
            <p:cNvCxnSpPr>
              <a:cxnSpLocks/>
              <a:stCxn id="119" idx="0"/>
              <a:endCxn id="118" idx="2"/>
            </p:cNvCxnSpPr>
            <p:nvPr/>
          </p:nvCxnSpPr>
          <p:spPr>
            <a:xfrm flipV="1">
              <a:off x="22980690" y="11312356"/>
              <a:ext cx="0" cy="2766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A652663A-38B1-6E49-8E5B-F13EB64DDB8B}"/>
                </a:ext>
              </a:extLst>
            </p:cNvPr>
            <p:cNvCxnSpPr>
              <a:cxnSpLocks/>
              <a:stCxn id="65" idx="0"/>
              <a:endCxn id="113" idx="2"/>
            </p:cNvCxnSpPr>
            <p:nvPr/>
          </p:nvCxnSpPr>
          <p:spPr>
            <a:xfrm flipV="1">
              <a:off x="22980690" y="13762420"/>
              <a:ext cx="0" cy="27669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Process 112">
              <a:extLst>
                <a:ext uri="{FF2B5EF4-FFF2-40B4-BE49-F238E27FC236}">
                  <a16:creationId xmlns:a16="http://schemas.microsoft.com/office/drawing/2014/main" id="{583389E3-DFF2-0344-AD1B-985821257586}"/>
                </a:ext>
              </a:extLst>
            </p:cNvPr>
            <p:cNvSpPr/>
            <p:nvPr/>
          </p:nvSpPr>
          <p:spPr>
            <a:xfrm>
              <a:off x="21810690" y="13222420"/>
              <a:ext cx="2340000" cy="540000"/>
            </a:xfrm>
            <a:prstGeom prst="flowChartProcess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Poinwise Conv</a:t>
              </a:r>
            </a:p>
          </p:txBody>
        </p:sp>
        <p:sp>
          <p:nvSpPr>
            <p:cNvPr id="115" name="Process 114">
              <a:extLst>
                <a:ext uri="{FF2B5EF4-FFF2-40B4-BE49-F238E27FC236}">
                  <a16:creationId xmlns:a16="http://schemas.microsoft.com/office/drawing/2014/main" id="{1E6E254F-FB0F-C44B-9D4E-874825EFB974}"/>
                </a:ext>
              </a:extLst>
            </p:cNvPr>
            <p:cNvSpPr/>
            <p:nvPr/>
          </p:nvSpPr>
          <p:spPr>
            <a:xfrm>
              <a:off x="21810690" y="9138980"/>
              <a:ext cx="2340000" cy="540000"/>
            </a:xfrm>
            <a:prstGeom prst="flowChartProcess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Poinwise Conv</a:t>
              </a:r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D3C08201-4948-5E41-81E2-FE4CA93B25DA}"/>
                </a:ext>
              </a:extLst>
            </p:cNvPr>
            <p:cNvCxnSpPr>
              <a:cxnSpLocks/>
              <a:stCxn id="118" idx="0"/>
              <a:endCxn id="81" idx="2"/>
            </p:cNvCxnSpPr>
            <p:nvPr/>
          </p:nvCxnSpPr>
          <p:spPr>
            <a:xfrm flipV="1">
              <a:off x="22980690" y="10495668"/>
              <a:ext cx="0" cy="2766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1A206035-7360-EF40-B09B-021FF4BA09A9}"/>
                </a:ext>
              </a:extLst>
            </p:cNvPr>
            <p:cNvCxnSpPr>
              <a:cxnSpLocks/>
              <a:stCxn id="115" idx="0"/>
              <a:endCxn id="64" idx="2"/>
            </p:cNvCxnSpPr>
            <p:nvPr/>
          </p:nvCxnSpPr>
          <p:spPr>
            <a:xfrm flipV="1">
              <a:off x="22980690" y="8862292"/>
              <a:ext cx="0" cy="2766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Process 117">
              <a:extLst>
                <a:ext uri="{FF2B5EF4-FFF2-40B4-BE49-F238E27FC236}">
                  <a16:creationId xmlns:a16="http://schemas.microsoft.com/office/drawing/2014/main" id="{1CFF9D1C-D758-3844-9137-564364F4DA96}"/>
                </a:ext>
              </a:extLst>
            </p:cNvPr>
            <p:cNvSpPr/>
            <p:nvPr/>
          </p:nvSpPr>
          <p:spPr>
            <a:xfrm>
              <a:off x="21810690" y="10772356"/>
              <a:ext cx="2340000" cy="540000"/>
            </a:xfrm>
            <a:prstGeom prst="flowChartProcess">
              <a:avLst/>
            </a:prstGeom>
            <a:solidFill>
              <a:srgbClr val="009051">
                <a:alpha val="30000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NMF</a:t>
              </a:r>
            </a:p>
          </p:txBody>
        </p:sp>
        <p:sp>
          <p:nvSpPr>
            <p:cNvPr id="119" name="Process 118">
              <a:extLst>
                <a:ext uri="{FF2B5EF4-FFF2-40B4-BE49-F238E27FC236}">
                  <a16:creationId xmlns:a16="http://schemas.microsoft.com/office/drawing/2014/main" id="{B8DC31C2-92EA-B544-BD06-BEE4FBEBEACE}"/>
                </a:ext>
              </a:extLst>
            </p:cNvPr>
            <p:cNvSpPr/>
            <p:nvPr/>
          </p:nvSpPr>
          <p:spPr>
            <a:xfrm>
              <a:off x="21810690" y="11589044"/>
              <a:ext cx="2340000" cy="540000"/>
            </a:xfrm>
            <a:prstGeom prst="flowChartProcess">
              <a:avLst/>
            </a:prstGeom>
            <a:solidFill>
              <a:schemeClr val="bg1">
                <a:lumMod val="95000"/>
              </a:scheme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ReLU</a:t>
              </a:r>
            </a:p>
          </p:txBody>
        </p:sp>
        <p:sp>
          <p:nvSpPr>
            <p:cNvPr id="81" name="Process 80">
              <a:extLst>
                <a:ext uri="{FF2B5EF4-FFF2-40B4-BE49-F238E27FC236}">
                  <a16:creationId xmlns:a16="http://schemas.microsoft.com/office/drawing/2014/main" id="{ACB21CB6-C0A2-6548-B43A-842DC6FAB7F7}"/>
                </a:ext>
              </a:extLst>
            </p:cNvPr>
            <p:cNvSpPr/>
            <p:nvPr/>
          </p:nvSpPr>
          <p:spPr>
            <a:xfrm>
              <a:off x="21810690" y="9955668"/>
              <a:ext cx="2340000" cy="540000"/>
            </a:xfrm>
            <a:prstGeom prst="flowChartProcess">
              <a:avLst/>
            </a:prstGeom>
            <a:solidFill>
              <a:srgbClr val="7030A0">
                <a:alpha val="25363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Dematricize</a:t>
              </a:r>
            </a:p>
          </p:txBody>
        </p: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B38C903C-3CB8-6245-8303-E203D920A103}"/>
                </a:ext>
              </a:extLst>
            </p:cNvPr>
            <p:cNvCxnSpPr>
              <a:cxnSpLocks/>
              <a:stCxn id="81" idx="0"/>
              <a:endCxn id="115" idx="2"/>
            </p:cNvCxnSpPr>
            <p:nvPr/>
          </p:nvCxnSpPr>
          <p:spPr>
            <a:xfrm flipV="1">
              <a:off x="22980690" y="9678980"/>
              <a:ext cx="0" cy="2766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Process 190">
              <a:extLst>
                <a:ext uri="{FF2B5EF4-FFF2-40B4-BE49-F238E27FC236}">
                  <a16:creationId xmlns:a16="http://schemas.microsoft.com/office/drawing/2014/main" id="{63C4C9C4-9B25-BD4E-9E5A-493A0CAB1ED4}"/>
                </a:ext>
              </a:extLst>
            </p:cNvPr>
            <p:cNvSpPr/>
            <p:nvPr/>
          </p:nvSpPr>
          <p:spPr>
            <a:xfrm>
              <a:off x="21810690" y="12405732"/>
              <a:ext cx="2340000" cy="540000"/>
            </a:xfrm>
            <a:prstGeom prst="flowChartProcess">
              <a:avLst/>
            </a:prstGeom>
            <a:solidFill>
              <a:srgbClr val="7030A0">
                <a:alpha val="25363"/>
              </a:srgbClr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Matricize</a:t>
              </a:r>
            </a:p>
          </p:txBody>
        </p:sp>
        <p:cxnSp>
          <p:nvCxnSpPr>
            <p:cNvPr id="192" name="Straight Arrow Connector 191">
              <a:extLst>
                <a:ext uri="{FF2B5EF4-FFF2-40B4-BE49-F238E27FC236}">
                  <a16:creationId xmlns:a16="http://schemas.microsoft.com/office/drawing/2014/main" id="{563DB6CE-6E7B-0C4B-924F-D799D34A0610}"/>
                </a:ext>
              </a:extLst>
            </p:cNvPr>
            <p:cNvCxnSpPr>
              <a:cxnSpLocks/>
              <a:stCxn id="113" idx="0"/>
              <a:endCxn id="191" idx="2"/>
            </p:cNvCxnSpPr>
            <p:nvPr/>
          </p:nvCxnSpPr>
          <p:spPr>
            <a:xfrm flipV="1">
              <a:off x="22980690" y="12945732"/>
              <a:ext cx="0" cy="2766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Arrow Connector 192">
              <a:extLst>
                <a:ext uri="{FF2B5EF4-FFF2-40B4-BE49-F238E27FC236}">
                  <a16:creationId xmlns:a16="http://schemas.microsoft.com/office/drawing/2014/main" id="{DC647B5F-2E12-8642-814A-49E7A12E9089}"/>
                </a:ext>
              </a:extLst>
            </p:cNvPr>
            <p:cNvCxnSpPr>
              <a:cxnSpLocks/>
              <a:stCxn id="191" idx="0"/>
              <a:endCxn id="119" idx="2"/>
            </p:cNvCxnSpPr>
            <p:nvPr/>
          </p:nvCxnSpPr>
          <p:spPr>
            <a:xfrm flipV="1">
              <a:off x="22980690" y="12129044"/>
              <a:ext cx="0" cy="27668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Process 63">
              <a:extLst>
                <a:ext uri="{FF2B5EF4-FFF2-40B4-BE49-F238E27FC236}">
                  <a16:creationId xmlns:a16="http://schemas.microsoft.com/office/drawing/2014/main" id="{664FA778-B0C2-4B46-ACB0-8C0CBC13617E}"/>
                </a:ext>
              </a:extLst>
            </p:cNvPr>
            <p:cNvSpPr/>
            <p:nvPr/>
          </p:nvSpPr>
          <p:spPr>
            <a:xfrm flipH="1">
              <a:off x="21810690" y="8790292"/>
              <a:ext cx="2340000" cy="72000"/>
            </a:xfrm>
            <a:prstGeom prst="flowChartProcess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BE" sz="2200" b="1" dirty="0">
                <a:solidFill>
                  <a:schemeClr val="tx1"/>
                </a:solidFill>
              </a:endParaRPr>
            </a:p>
          </p:txBody>
        </p:sp>
        <p:sp>
          <p:nvSpPr>
            <p:cNvPr id="65" name="Process 64">
              <a:extLst>
                <a:ext uri="{FF2B5EF4-FFF2-40B4-BE49-F238E27FC236}">
                  <a16:creationId xmlns:a16="http://schemas.microsoft.com/office/drawing/2014/main" id="{D56B2607-CABB-F342-A83C-8746D048A5CF}"/>
                </a:ext>
              </a:extLst>
            </p:cNvPr>
            <p:cNvSpPr/>
            <p:nvPr/>
          </p:nvSpPr>
          <p:spPr>
            <a:xfrm flipH="1">
              <a:off x="21810690" y="14039111"/>
              <a:ext cx="2340000" cy="72000"/>
            </a:xfrm>
            <a:prstGeom prst="flowChartProcess">
              <a:avLst/>
            </a:prstGeom>
            <a:noFill/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BE" sz="22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867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roup 688">
            <a:extLst>
              <a:ext uri="{FF2B5EF4-FFF2-40B4-BE49-F238E27FC236}">
                <a16:creationId xmlns:a16="http://schemas.microsoft.com/office/drawing/2014/main" id="{E14A0C81-C71A-6843-81BA-EDD6CEC7219B}"/>
              </a:ext>
            </a:extLst>
          </p:cNvPr>
          <p:cNvGrpSpPr/>
          <p:nvPr/>
        </p:nvGrpSpPr>
        <p:grpSpPr>
          <a:xfrm>
            <a:off x="11642908" y="8535984"/>
            <a:ext cx="17698149" cy="8261483"/>
            <a:chOff x="6042999" y="4936326"/>
            <a:chExt cx="17698149" cy="8261483"/>
          </a:xfrm>
        </p:grpSpPr>
        <p:grpSp>
          <p:nvGrpSpPr>
            <p:cNvPr id="536" name="Group 535">
              <a:extLst>
                <a:ext uri="{FF2B5EF4-FFF2-40B4-BE49-F238E27FC236}">
                  <a16:creationId xmlns:a16="http://schemas.microsoft.com/office/drawing/2014/main" id="{CBFB1B44-4F3D-9E41-867A-6A720FBD03DB}"/>
                </a:ext>
              </a:extLst>
            </p:cNvPr>
            <p:cNvGrpSpPr/>
            <p:nvPr/>
          </p:nvGrpSpPr>
          <p:grpSpPr>
            <a:xfrm>
              <a:off x="15420683" y="9836549"/>
              <a:ext cx="2880000" cy="3361260"/>
              <a:chOff x="9723393" y="10145089"/>
              <a:chExt cx="2880000" cy="3361260"/>
            </a:xfrm>
          </p:grpSpPr>
          <p:sp>
            <p:nvSpPr>
              <p:cNvPr id="391" name="Rectangle 390">
                <a:extLst>
                  <a:ext uri="{FF2B5EF4-FFF2-40B4-BE49-F238E27FC236}">
                    <a16:creationId xmlns:a16="http://schemas.microsoft.com/office/drawing/2014/main" id="{2DA49D1A-3277-764D-9C9E-FFD387925E81}"/>
                  </a:ext>
                </a:extLst>
              </p:cNvPr>
              <p:cNvSpPr/>
              <p:nvPr/>
            </p:nvSpPr>
            <p:spPr>
              <a:xfrm>
                <a:off x="9723393" y="10145089"/>
                <a:ext cx="720000" cy="720000"/>
              </a:xfrm>
              <a:prstGeom prst="rect">
                <a:avLst/>
              </a:prstGeom>
              <a:solidFill>
                <a:srgbClr val="7030A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392" name="Rectangle 391">
                <a:extLst>
                  <a:ext uri="{FF2B5EF4-FFF2-40B4-BE49-F238E27FC236}">
                    <a16:creationId xmlns:a16="http://schemas.microsoft.com/office/drawing/2014/main" id="{E36EB166-9CEF-354B-B10A-9E42A1BB5C6C}"/>
                  </a:ext>
                </a:extLst>
              </p:cNvPr>
              <p:cNvSpPr/>
              <p:nvPr/>
            </p:nvSpPr>
            <p:spPr>
              <a:xfrm>
                <a:off x="10443393" y="10145089"/>
                <a:ext cx="720000" cy="720000"/>
              </a:xfrm>
              <a:prstGeom prst="rect">
                <a:avLst/>
              </a:prstGeom>
              <a:solidFill>
                <a:srgbClr val="FF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393" name="Rectangle 392">
                <a:extLst>
                  <a:ext uri="{FF2B5EF4-FFF2-40B4-BE49-F238E27FC236}">
                    <a16:creationId xmlns:a16="http://schemas.microsoft.com/office/drawing/2014/main" id="{9F208E59-EE32-7A41-A7D2-9CB8E72811D0}"/>
                  </a:ext>
                </a:extLst>
              </p:cNvPr>
              <p:cNvSpPr/>
              <p:nvPr/>
            </p:nvSpPr>
            <p:spPr>
              <a:xfrm>
                <a:off x="11163393" y="10145089"/>
                <a:ext cx="720000" cy="720000"/>
              </a:xfrm>
              <a:prstGeom prst="rect">
                <a:avLst/>
              </a:prstGeom>
              <a:solidFill>
                <a:srgbClr val="0070C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394" name="Rectangle 393">
                <a:extLst>
                  <a:ext uri="{FF2B5EF4-FFF2-40B4-BE49-F238E27FC236}">
                    <a16:creationId xmlns:a16="http://schemas.microsoft.com/office/drawing/2014/main" id="{95C0C721-E483-FC49-8D6E-451A1976627E}"/>
                  </a:ext>
                </a:extLst>
              </p:cNvPr>
              <p:cNvSpPr/>
              <p:nvPr/>
            </p:nvSpPr>
            <p:spPr>
              <a:xfrm>
                <a:off x="11883393" y="10145089"/>
                <a:ext cx="720000" cy="720000"/>
              </a:xfrm>
              <a:prstGeom prst="rect">
                <a:avLst/>
              </a:prstGeom>
              <a:solidFill>
                <a:srgbClr val="AB7942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395" name="Rectangle 394">
                <a:extLst>
                  <a:ext uri="{FF2B5EF4-FFF2-40B4-BE49-F238E27FC236}">
                    <a16:creationId xmlns:a16="http://schemas.microsoft.com/office/drawing/2014/main" id="{FB9694B4-F6CD-6541-BE3E-9033D1C7EFE5}"/>
                  </a:ext>
                </a:extLst>
              </p:cNvPr>
              <p:cNvSpPr/>
              <p:nvPr/>
            </p:nvSpPr>
            <p:spPr>
              <a:xfrm>
                <a:off x="9723393" y="11025509"/>
                <a:ext cx="720000" cy="720000"/>
              </a:xfrm>
              <a:prstGeom prst="rect">
                <a:avLst/>
              </a:prstGeom>
              <a:solidFill>
                <a:srgbClr val="FFFF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396" name="Rectangle 395">
                <a:extLst>
                  <a:ext uri="{FF2B5EF4-FFF2-40B4-BE49-F238E27FC236}">
                    <a16:creationId xmlns:a16="http://schemas.microsoft.com/office/drawing/2014/main" id="{D9776A0A-015E-FB4E-97A5-5922F9C028CF}"/>
                  </a:ext>
                </a:extLst>
              </p:cNvPr>
              <p:cNvSpPr/>
              <p:nvPr/>
            </p:nvSpPr>
            <p:spPr>
              <a:xfrm>
                <a:off x="10443393" y="11025509"/>
                <a:ext cx="720000" cy="720000"/>
              </a:xfrm>
              <a:prstGeom prst="rect">
                <a:avLst/>
              </a:prstGeom>
              <a:solidFill>
                <a:srgbClr val="00206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397" name="Rectangle 396">
                <a:extLst>
                  <a:ext uri="{FF2B5EF4-FFF2-40B4-BE49-F238E27FC236}">
                    <a16:creationId xmlns:a16="http://schemas.microsoft.com/office/drawing/2014/main" id="{D60A7B3D-C500-6644-AC7C-E805AF61010A}"/>
                  </a:ext>
                </a:extLst>
              </p:cNvPr>
              <p:cNvSpPr/>
              <p:nvPr/>
            </p:nvSpPr>
            <p:spPr>
              <a:xfrm>
                <a:off x="11163393" y="11025509"/>
                <a:ext cx="720000" cy="720000"/>
              </a:xfrm>
              <a:prstGeom prst="rect">
                <a:avLst/>
              </a:prstGeom>
              <a:solidFill>
                <a:srgbClr val="00B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64118747-BC79-1647-A3D2-0948C0976457}"/>
                  </a:ext>
                </a:extLst>
              </p:cNvPr>
              <p:cNvSpPr/>
              <p:nvPr/>
            </p:nvSpPr>
            <p:spPr>
              <a:xfrm>
                <a:off x="11883393" y="11025509"/>
                <a:ext cx="720000" cy="720000"/>
              </a:xfrm>
              <a:prstGeom prst="rect">
                <a:avLst/>
              </a:prstGeom>
              <a:solidFill>
                <a:srgbClr val="FF40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982663B7-6D22-3B43-A1CF-2694D8A47979}"/>
                  </a:ext>
                </a:extLst>
              </p:cNvPr>
              <p:cNvSpPr/>
              <p:nvPr/>
            </p:nvSpPr>
            <p:spPr>
              <a:xfrm>
                <a:off x="9723393" y="11905929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ADABF23A-F9E8-014A-BCC3-73ADDDEB3A03}"/>
                  </a:ext>
                </a:extLst>
              </p:cNvPr>
              <p:cNvSpPr/>
              <p:nvPr/>
            </p:nvSpPr>
            <p:spPr>
              <a:xfrm>
                <a:off x="10443393" y="11905929"/>
                <a:ext cx="720000" cy="720000"/>
              </a:xfrm>
              <a:prstGeom prst="rect">
                <a:avLst/>
              </a:prstGeom>
              <a:solidFill>
                <a:srgbClr val="00FD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928F55BA-AE2E-DA40-95F4-79079FDB6C65}"/>
                  </a:ext>
                </a:extLst>
              </p:cNvPr>
              <p:cNvSpPr/>
              <p:nvPr/>
            </p:nvSpPr>
            <p:spPr>
              <a:xfrm>
                <a:off x="11163393" y="11905929"/>
                <a:ext cx="720000" cy="720000"/>
              </a:xfrm>
              <a:prstGeom prst="rect">
                <a:avLst/>
              </a:prstGeom>
              <a:solidFill>
                <a:srgbClr val="FFC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02" name="Rectangle 401">
                <a:extLst>
                  <a:ext uri="{FF2B5EF4-FFF2-40B4-BE49-F238E27FC236}">
                    <a16:creationId xmlns:a16="http://schemas.microsoft.com/office/drawing/2014/main" id="{7BC33AF6-99E2-204A-B87C-7A1F7DEDB60C}"/>
                  </a:ext>
                </a:extLst>
              </p:cNvPr>
              <p:cNvSpPr/>
              <p:nvPr/>
            </p:nvSpPr>
            <p:spPr>
              <a:xfrm>
                <a:off x="11883393" y="11905929"/>
                <a:ext cx="720000" cy="720000"/>
              </a:xfrm>
              <a:prstGeom prst="rect">
                <a:avLst/>
              </a:prstGeom>
              <a:solidFill>
                <a:srgbClr val="92D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03" name="Rectangle 402">
                <a:extLst>
                  <a:ext uri="{FF2B5EF4-FFF2-40B4-BE49-F238E27FC236}">
                    <a16:creationId xmlns:a16="http://schemas.microsoft.com/office/drawing/2014/main" id="{5BCCD002-CD59-7D4B-91B4-4989629481D5}"/>
                  </a:ext>
                </a:extLst>
              </p:cNvPr>
              <p:cNvSpPr/>
              <p:nvPr/>
            </p:nvSpPr>
            <p:spPr>
              <a:xfrm>
                <a:off x="9723393" y="12786349"/>
                <a:ext cx="720000" cy="720000"/>
              </a:xfrm>
              <a:prstGeom prst="rect">
                <a:avLst/>
              </a:prstGeom>
              <a:solidFill>
                <a:schemeClr val="accent2">
                  <a:lumMod val="50000"/>
                  <a:alpha val="7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04" name="Rectangle 403">
                <a:extLst>
                  <a:ext uri="{FF2B5EF4-FFF2-40B4-BE49-F238E27FC236}">
                    <a16:creationId xmlns:a16="http://schemas.microsoft.com/office/drawing/2014/main" id="{BED7B250-E31D-3F45-B8CF-A67A023F4E1C}"/>
                  </a:ext>
                </a:extLst>
              </p:cNvPr>
              <p:cNvSpPr/>
              <p:nvPr/>
            </p:nvSpPr>
            <p:spPr>
              <a:xfrm>
                <a:off x="10443393" y="12786349"/>
                <a:ext cx="720000" cy="720000"/>
              </a:xfrm>
              <a:prstGeom prst="rect">
                <a:avLst/>
              </a:prstGeom>
              <a:solidFill>
                <a:srgbClr val="FF93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05" name="Rectangle 404">
                <a:extLst>
                  <a:ext uri="{FF2B5EF4-FFF2-40B4-BE49-F238E27FC236}">
                    <a16:creationId xmlns:a16="http://schemas.microsoft.com/office/drawing/2014/main" id="{80FAB693-4A13-DA44-A216-3CC05D6216D3}"/>
                  </a:ext>
                </a:extLst>
              </p:cNvPr>
              <p:cNvSpPr/>
              <p:nvPr/>
            </p:nvSpPr>
            <p:spPr>
              <a:xfrm>
                <a:off x="11163393" y="12786349"/>
                <a:ext cx="720000" cy="720000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06" name="Rectangle 405">
                <a:extLst>
                  <a:ext uri="{FF2B5EF4-FFF2-40B4-BE49-F238E27FC236}">
                    <a16:creationId xmlns:a16="http://schemas.microsoft.com/office/drawing/2014/main" id="{505E24D6-9CA8-F740-AEBE-D6250D6D5512}"/>
                  </a:ext>
                </a:extLst>
              </p:cNvPr>
              <p:cNvSpPr/>
              <p:nvPr/>
            </p:nvSpPr>
            <p:spPr>
              <a:xfrm>
                <a:off x="11883393" y="12786349"/>
                <a:ext cx="720000" cy="720000"/>
              </a:xfrm>
              <a:prstGeom prst="rect">
                <a:avLst/>
              </a:prstGeom>
              <a:solidFill>
                <a:srgbClr val="C0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</p:grpSp>
        <p:grpSp>
          <p:nvGrpSpPr>
            <p:cNvPr id="535" name="Group 534">
              <a:extLst>
                <a:ext uri="{FF2B5EF4-FFF2-40B4-BE49-F238E27FC236}">
                  <a16:creationId xmlns:a16="http://schemas.microsoft.com/office/drawing/2014/main" id="{A4AC8779-ECC9-4645-A635-951158576B18}"/>
                </a:ext>
              </a:extLst>
            </p:cNvPr>
            <p:cNvGrpSpPr/>
            <p:nvPr/>
          </p:nvGrpSpPr>
          <p:grpSpPr>
            <a:xfrm>
              <a:off x="15420683" y="5202934"/>
              <a:ext cx="2880000" cy="3361260"/>
              <a:chOff x="9723393" y="5022989"/>
              <a:chExt cx="2880000" cy="3361260"/>
            </a:xfrm>
          </p:grpSpPr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FC1B9E65-62CC-174E-ADC7-3EFC6370715C}"/>
                  </a:ext>
                </a:extLst>
              </p:cNvPr>
              <p:cNvSpPr/>
              <p:nvPr/>
            </p:nvSpPr>
            <p:spPr>
              <a:xfrm>
                <a:off x="11883393" y="5022989"/>
                <a:ext cx="720000" cy="720000"/>
              </a:xfrm>
              <a:prstGeom prst="rect">
                <a:avLst/>
              </a:prstGeom>
              <a:solidFill>
                <a:srgbClr val="7030A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7986AD01-8E2F-AB47-9EA1-72D8CF77005A}"/>
                  </a:ext>
                </a:extLst>
              </p:cNvPr>
              <p:cNvSpPr/>
              <p:nvPr/>
            </p:nvSpPr>
            <p:spPr>
              <a:xfrm>
                <a:off x="9723393" y="5022989"/>
                <a:ext cx="720000" cy="720000"/>
              </a:xfrm>
              <a:prstGeom prst="rect">
                <a:avLst/>
              </a:prstGeom>
              <a:solidFill>
                <a:srgbClr val="C0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D00BEED7-D048-074B-909A-126218003564}"/>
                  </a:ext>
                </a:extLst>
              </p:cNvPr>
              <p:cNvSpPr/>
              <p:nvPr/>
            </p:nvSpPr>
            <p:spPr>
              <a:xfrm>
                <a:off x="10443393" y="5022989"/>
                <a:ext cx="720000" cy="720000"/>
              </a:xfrm>
              <a:prstGeom prst="rect">
                <a:avLst/>
              </a:prstGeom>
              <a:solidFill>
                <a:srgbClr val="FFC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7783B187-6AA6-E24C-9B44-D7BE04907AC6}"/>
                  </a:ext>
                </a:extLst>
              </p:cNvPr>
              <p:cNvSpPr/>
              <p:nvPr/>
            </p:nvSpPr>
            <p:spPr>
              <a:xfrm>
                <a:off x="11163393" y="5022989"/>
                <a:ext cx="720000" cy="720000"/>
              </a:xfrm>
              <a:prstGeom prst="rect">
                <a:avLst/>
              </a:prstGeom>
              <a:solidFill>
                <a:srgbClr val="00206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5EBFC3C8-087A-9F4A-A9E9-18AE14B73C1F}"/>
                  </a:ext>
                </a:extLst>
              </p:cNvPr>
              <p:cNvSpPr/>
              <p:nvPr/>
            </p:nvSpPr>
            <p:spPr>
              <a:xfrm>
                <a:off x="9723393" y="5903409"/>
                <a:ext cx="720000" cy="720000"/>
              </a:xfrm>
              <a:prstGeom prst="rect">
                <a:avLst/>
              </a:prstGeom>
              <a:solidFill>
                <a:srgbClr val="92D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A4FB5CB2-74D9-5249-94B8-18B83C6655E8}"/>
                  </a:ext>
                </a:extLst>
              </p:cNvPr>
              <p:cNvSpPr/>
              <p:nvPr/>
            </p:nvSpPr>
            <p:spPr>
              <a:xfrm>
                <a:off x="10443393" y="5903409"/>
                <a:ext cx="720000" cy="720000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F2E1B0A5-7B31-E74F-8967-B0A1EAC86EAE}"/>
                  </a:ext>
                </a:extLst>
              </p:cNvPr>
              <p:cNvSpPr/>
              <p:nvPr/>
            </p:nvSpPr>
            <p:spPr>
              <a:xfrm>
                <a:off x="11163393" y="5903409"/>
                <a:ext cx="720000" cy="720000"/>
              </a:xfrm>
              <a:prstGeom prst="rect">
                <a:avLst/>
              </a:prstGeom>
              <a:solidFill>
                <a:srgbClr val="FF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DFB327AC-95C4-3F48-A199-C314469D3E39}"/>
                  </a:ext>
                </a:extLst>
              </p:cNvPr>
              <p:cNvSpPr/>
              <p:nvPr/>
            </p:nvSpPr>
            <p:spPr>
              <a:xfrm>
                <a:off x="11883393" y="5903409"/>
                <a:ext cx="720000" cy="720000"/>
              </a:xfrm>
              <a:prstGeom prst="rect">
                <a:avLst/>
              </a:prstGeom>
              <a:solidFill>
                <a:srgbClr val="FFFF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22D04795-7560-F949-866E-08FD2EA1A277}"/>
                  </a:ext>
                </a:extLst>
              </p:cNvPr>
              <p:cNvSpPr/>
              <p:nvPr/>
            </p:nvSpPr>
            <p:spPr>
              <a:xfrm>
                <a:off x="9723393" y="6783829"/>
                <a:ext cx="720000" cy="720000"/>
              </a:xfrm>
              <a:prstGeom prst="rect">
                <a:avLst/>
              </a:prstGeom>
              <a:solidFill>
                <a:srgbClr val="00B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6665C37F-6C25-5C44-BF0A-063B8AED3859}"/>
                  </a:ext>
                </a:extLst>
              </p:cNvPr>
              <p:cNvSpPr/>
              <p:nvPr/>
            </p:nvSpPr>
            <p:spPr>
              <a:xfrm>
                <a:off x="10443393" y="6783829"/>
                <a:ext cx="720000" cy="720000"/>
              </a:xfrm>
              <a:prstGeom prst="rect">
                <a:avLst/>
              </a:prstGeom>
              <a:solidFill>
                <a:srgbClr val="0070C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5332EFE8-95B7-D94A-BD4D-72D67D94E959}"/>
                  </a:ext>
                </a:extLst>
              </p:cNvPr>
              <p:cNvSpPr/>
              <p:nvPr/>
            </p:nvSpPr>
            <p:spPr>
              <a:xfrm>
                <a:off x="11163393" y="6783829"/>
                <a:ext cx="720000" cy="720000"/>
              </a:xfrm>
              <a:prstGeom prst="rect">
                <a:avLst/>
              </a:prstGeom>
              <a:solidFill>
                <a:srgbClr val="FF93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97F3365F-5249-4744-B14E-8C28E8CC4FF9}"/>
                  </a:ext>
                </a:extLst>
              </p:cNvPr>
              <p:cNvSpPr/>
              <p:nvPr/>
            </p:nvSpPr>
            <p:spPr>
              <a:xfrm>
                <a:off x="11883393" y="6783829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120E735D-E0A0-F54E-AEFF-C2C7792F621E}"/>
                  </a:ext>
                </a:extLst>
              </p:cNvPr>
              <p:cNvSpPr/>
              <p:nvPr/>
            </p:nvSpPr>
            <p:spPr>
              <a:xfrm>
                <a:off x="9723393" y="7664249"/>
                <a:ext cx="720000" cy="720000"/>
              </a:xfrm>
              <a:prstGeom prst="rect">
                <a:avLst/>
              </a:prstGeom>
              <a:solidFill>
                <a:srgbClr val="AB7942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62B37165-44D9-6A47-AEBE-C720F1333187}"/>
                  </a:ext>
                </a:extLst>
              </p:cNvPr>
              <p:cNvSpPr/>
              <p:nvPr/>
            </p:nvSpPr>
            <p:spPr>
              <a:xfrm>
                <a:off x="10443393" y="7664249"/>
                <a:ext cx="720000" cy="720000"/>
              </a:xfrm>
              <a:prstGeom prst="rect">
                <a:avLst/>
              </a:prstGeom>
              <a:solidFill>
                <a:srgbClr val="FF40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752DD027-2733-C745-9F1E-613F793C4FCB}"/>
                  </a:ext>
                </a:extLst>
              </p:cNvPr>
              <p:cNvSpPr/>
              <p:nvPr/>
            </p:nvSpPr>
            <p:spPr>
              <a:xfrm>
                <a:off x="11163393" y="7664249"/>
                <a:ext cx="720000" cy="720000"/>
              </a:xfrm>
              <a:prstGeom prst="rect">
                <a:avLst/>
              </a:prstGeom>
              <a:solidFill>
                <a:srgbClr val="00FD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D00FD4AC-7ABA-1747-8B45-CD8B9A7097DE}"/>
                  </a:ext>
                </a:extLst>
              </p:cNvPr>
              <p:cNvSpPr/>
              <p:nvPr/>
            </p:nvSpPr>
            <p:spPr>
              <a:xfrm>
                <a:off x="11883393" y="7664249"/>
                <a:ext cx="720000" cy="720000"/>
              </a:xfrm>
              <a:prstGeom prst="rect">
                <a:avLst/>
              </a:prstGeom>
              <a:solidFill>
                <a:schemeClr val="accent2">
                  <a:lumMod val="50000"/>
                  <a:alpha val="7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</p:grpSp>
        <p:grpSp>
          <p:nvGrpSpPr>
            <p:cNvPr id="506" name="Group 505">
              <a:extLst>
                <a:ext uri="{FF2B5EF4-FFF2-40B4-BE49-F238E27FC236}">
                  <a16:creationId xmlns:a16="http://schemas.microsoft.com/office/drawing/2014/main" id="{CF4F1708-5466-564C-AE72-5D98FB4C4B24}"/>
                </a:ext>
              </a:extLst>
            </p:cNvPr>
            <p:cNvGrpSpPr/>
            <p:nvPr/>
          </p:nvGrpSpPr>
          <p:grpSpPr>
            <a:xfrm>
              <a:off x="20669043" y="5850744"/>
              <a:ext cx="2880000" cy="6882940"/>
              <a:chOff x="13635690" y="5022989"/>
              <a:chExt cx="2880000" cy="6882940"/>
            </a:xfrm>
          </p:grpSpPr>
          <p:sp>
            <p:nvSpPr>
              <p:cNvPr id="474" name="Rectangle 473">
                <a:extLst>
                  <a:ext uri="{FF2B5EF4-FFF2-40B4-BE49-F238E27FC236}">
                    <a16:creationId xmlns:a16="http://schemas.microsoft.com/office/drawing/2014/main" id="{EF2B9794-A705-0C4E-96AA-E5632F0915AA}"/>
                  </a:ext>
                </a:extLst>
              </p:cNvPr>
              <p:cNvSpPr/>
              <p:nvPr/>
            </p:nvSpPr>
            <p:spPr>
              <a:xfrm>
                <a:off x="13635690" y="8544669"/>
                <a:ext cx="720000" cy="720000"/>
              </a:xfrm>
              <a:prstGeom prst="rect">
                <a:avLst/>
              </a:prstGeom>
              <a:solidFill>
                <a:srgbClr val="7030A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75" name="Rectangle 474">
                <a:extLst>
                  <a:ext uri="{FF2B5EF4-FFF2-40B4-BE49-F238E27FC236}">
                    <a16:creationId xmlns:a16="http://schemas.microsoft.com/office/drawing/2014/main" id="{057D873C-D3D3-9F44-A397-FF41220B2818}"/>
                  </a:ext>
                </a:extLst>
              </p:cNvPr>
              <p:cNvSpPr/>
              <p:nvPr/>
            </p:nvSpPr>
            <p:spPr>
              <a:xfrm>
                <a:off x="14355690" y="8544669"/>
                <a:ext cx="720000" cy="720000"/>
              </a:xfrm>
              <a:prstGeom prst="rect">
                <a:avLst/>
              </a:prstGeom>
              <a:solidFill>
                <a:srgbClr val="FF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76" name="Rectangle 475">
                <a:extLst>
                  <a:ext uri="{FF2B5EF4-FFF2-40B4-BE49-F238E27FC236}">
                    <a16:creationId xmlns:a16="http://schemas.microsoft.com/office/drawing/2014/main" id="{AF5C5F7E-BADB-B841-98CA-54A133ADC566}"/>
                  </a:ext>
                </a:extLst>
              </p:cNvPr>
              <p:cNvSpPr/>
              <p:nvPr/>
            </p:nvSpPr>
            <p:spPr>
              <a:xfrm>
                <a:off x="15075690" y="8544669"/>
                <a:ext cx="720000" cy="720000"/>
              </a:xfrm>
              <a:prstGeom prst="rect">
                <a:avLst/>
              </a:prstGeom>
              <a:solidFill>
                <a:srgbClr val="0070C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77" name="Rectangle 476">
                <a:extLst>
                  <a:ext uri="{FF2B5EF4-FFF2-40B4-BE49-F238E27FC236}">
                    <a16:creationId xmlns:a16="http://schemas.microsoft.com/office/drawing/2014/main" id="{A122394C-ABBC-C84B-8068-AA5AA2739DC4}"/>
                  </a:ext>
                </a:extLst>
              </p:cNvPr>
              <p:cNvSpPr/>
              <p:nvPr/>
            </p:nvSpPr>
            <p:spPr>
              <a:xfrm>
                <a:off x="15795690" y="8544669"/>
                <a:ext cx="720000" cy="720000"/>
              </a:xfrm>
              <a:prstGeom prst="rect">
                <a:avLst/>
              </a:prstGeom>
              <a:solidFill>
                <a:srgbClr val="AB7942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78" name="Rectangle 477">
                <a:extLst>
                  <a:ext uri="{FF2B5EF4-FFF2-40B4-BE49-F238E27FC236}">
                    <a16:creationId xmlns:a16="http://schemas.microsoft.com/office/drawing/2014/main" id="{FC409C2D-648A-A544-80FF-883D92275FDE}"/>
                  </a:ext>
                </a:extLst>
              </p:cNvPr>
              <p:cNvSpPr/>
              <p:nvPr/>
            </p:nvSpPr>
            <p:spPr>
              <a:xfrm>
                <a:off x="13635690" y="9425089"/>
                <a:ext cx="720000" cy="720000"/>
              </a:xfrm>
              <a:prstGeom prst="rect">
                <a:avLst/>
              </a:prstGeom>
              <a:solidFill>
                <a:srgbClr val="FFFF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79" name="Rectangle 478">
                <a:extLst>
                  <a:ext uri="{FF2B5EF4-FFF2-40B4-BE49-F238E27FC236}">
                    <a16:creationId xmlns:a16="http://schemas.microsoft.com/office/drawing/2014/main" id="{C32B9BE5-2686-014E-99C7-FAF273767A9A}"/>
                  </a:ext>
                </a:extLst>
              </p:cNvPr>
              <p:cNvSpPr/>
              <p:nvPr/>
            </p:nvSpPr>
            <p:spPr>
              <a:xfrm>
                <a:off x="14355690" y="9425089"/>
                <a:ext cx="720000" cy="720000"/>
              </a:xfrm>
              <a:prstGeom prst="rect">
                <a:avLst/>
              </a:prstGeom>
              <a:solidFill>
                <a:srgbClr val="00206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EF2FD27C-9416-D347-A6F8-1AAF418CC66A}"/>
                  </a:ext>
                </a:extLst>
              </p:cNvPr>
              <p:cNvSpPr/>
              <p:nvPr/>
            </p:nvSpPr>
            <p:spPr>
              <a:xfrm>
                <a:off x="15075690" y="9425089"/>
                <a:ext cx="720000" cy="720000"/>
              </a:xfrm>
              <a:prstGeom prst="rect">
                <a:avLst/>
              </a:prstGeom>
              <a:solidFill>
                <a:srgbClr val="00B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81" name="Rectangle 480">
                <a:extLst>
                  <a:ext uri="{FF2B5EF4-FFF2-40B4-BE49-F238E27FC236}">
                    <a16:creationId xmlns:a16="http://schemas.microsoft.com/office/drawing/2014/main" id="{4B971E3C-02C9-6F44-AB8B-046FAB90481E}"/>
                  </a:ext>
                </a:extLst>
              </p:cNvPr>
              <p:cNvSpPr/>
              <p:nvPr/>
            </p:nvSpPr>
            <p:spPr>
              <a:xfrm>
                <a:off x="15795690" y="9425089"/>
                <a:ext cx="720000" cy="720000"/>
              </a:xfrm>
              <a:prstGeom prst="rect">
                <a:avLst/>
              </a:prstGeom>
              <a:solidFill>
                <a:srgbClr val="FF40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82" name="Rectangle 481">
                <a:extLst>
                  <a:ext uri="{FF2B5EF4-FFF2-40B4-BE49-F238E27FC236}">
                    <a16:creationId xmlns:a16="http://schemas.microsoft.com/office/drawing/2014/main" id="{F2265E7A-E2BB-DD48-8690-0F971D004C18}"/>
                  </a:ext>
                </a:extLst>
              </p:cNvPr>
              <p:cNvSpPr/>
              <p:nvPr/>
            </p:nvSpPr>
            <p:spPr>
              <a:xfrm>
                <a:off x="13635690" y="10305509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F692E982-0AC5-644E-825A-2E9AC6D6029C}"/>
                  </a:ext>
                </a:extLst>
              </p:cNvPr>
              <p:cNvSpPr/>
              <p:nvPr/>
            </p:nvSpPr>
            <p:spPr>
              <a:xfrm>
                <a:off x="14355690" y="10305509"/>
                <a:ext cx="720000" cy="720000"/>
              </a:xfrm>
              <a:prstGeom prst="rect">
                <a:avLst/>
              </a:prstGeom>
              <a:solidFill>
                <a:srgbClr val="00FD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3431DD9D-7F2D-4746-8764-8C2B2532B531}"/>
                  </a:ext>
                </a:extLst>
              </p:cNvPr>
              <p:cNvSpPr/>
              <p:nvPr/>
            </p:nvSpPr>
            <p:spPr>
              <a:xfrm>
                <a:off x="15075690" y="10305509"/>
                <a:ext cx="720000" cy="720000"/>
              </a:xfrm>
              <a:prstGeom prst="rect">
                <a:avLst/>
              </a:prstGeom>
              <a:solidFill>
                <a:srgbClr val="FFC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85" name="Rectangle 484">
                <a:extLst>
                  <a:ext uri="{FF2B5EF4-FFF2-40B4-BE49-F238E27FC236}">
                    <a16:creationId xmlns:a16="http://schemas.microsoft.com/office/drawing/2014/main" id="{7EECC792-3D42-D14C-9A22-E10A13C3A4DF}"/>
                  </a:ext>
                </a:extLst>
              </p:cNvPr>
              <p:cNvSpPr/>
              <p:nvPr/>
            </p:nvSpPr>
            <p:spPr>
              <a:xfrm>
                <a:off x="15795690" y="10305509"/>
                <a:ext cx="720000" cy="720000"/>
              </a:xfrm>
              <a:prstGeom prst="rect">
                <a:avLst/>
              </a:prstGeom>
              <a:solidFill>
                <a:srgbClr val="92D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EA1DE361-EC34-7049-A9EC-664220236AEF}"/>
                  </a:ext>
                </a:extLst>
              </p:cNvPr>
              <p:cNvSpPr/>
              <p:nvPr/>
            </p:nvSpPr>
            <p:spPr>
              <a:xfrm>
                <a:off x="13635690" y="11185929"/>
                <a:ext cx="720000" cy="720000"/>
              </a:xfrm>
              <a:prstGeom prst="rect">
                <a:avLst/>
              </a:prstGeom>
              <a:solidFill>
                <a:schemeClr val="accent2">
                  <a:lumMod val="50000"/>
                  <a:alpha val="7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D3F4C921-0DB1-1A49-847D-B09ACFE1B08B}"/>
                  </a:ext>
                </a:extLst>
              </p:cNvPr>
              <p:cNvSpPr/>
              <p:nvPr/>
            </p:nvSpPr>
            <p:spPr>
              <a:xfrm>
                <a:off x="14355690" y="11185929"/>
                <a:ext cx="720000" cy="720000"/>
              </a:xfrm>
              <a:prstGeom prst="rect">
                <a:avLst/>
              </a:prstGeom>
              <a:solidFill>
                <a:srgbClr val="FF93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88" name="Rectangle 487">
                <a:extLst>
                  <a:ext uri="{FF2B5EF4-FFF2-40B4-BE49-F238E27FC236}">
                    <a16:creationId xmlns:a16="http://schemas.microsoft.com/office/drawing/2014/main" id="{A0101F14-0352-E04C-B5DB-23D40953DCD5}"/>
                  </a:ext>
                </a:extLst>
              </p:cNvPr>
              <p:cNvSpPr/>
              <p:nvPr/>
            </p:nvSpPr>
            <p:spPr>
              <a:xfrm>
                <a:off x="15075690" y="11185929"/>
                <a:ext cx="720000" cy="720000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89" name="Rectangle 488">
                <a:extLst>
                  <a:ext uri="{FF2B5EF4-FFF2-40B4-BE49-F238E27FC236}">
                    <a16:creationId xmlns:a16="http://schemas.microsoft.com/office/drawing/2014/main" id="{F23686D9-CC07-D748-BD5C-38EC155CFDC3}"/>
                  </a:ext>
                </a:extLst>
              </p:cNvPr>
              <p:cNvSpPr/>
              <p:nvPr/>
            </p:nvSpPr>
            <p:spPr>
              <a:xfrm>
                <a:off x="15795690" y="11185929"/>
                <a:ext cx="720000" cy="720000"/>
              </a:xfrm>
              <a:prstGeom prst="rect">
                <a:avLst/>
              </a:prstGeom>
              <a:solidFill>
                <a:srgbClr val="C0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490" name="Rectangle 489">
                <a:extLst>
                  <a:ext uri="{FF2B5EF4-FFF2-40B4-BE49-F238E27FC236}">
                    <a16:creationId xmlns:a16="http://schemas.microsoft.com/office/drawing/2014/main" id="{691ED098-DA44-3A4B-A16B-0A460C60EB8E}"/>
                  </a:ext>
                </a:extLst>
              </p:cNvPr>
              <p:cNvSpPr/>
              <p:nvPr/>
            </p:nvSpPr>
            <p:spPr>
              <a:xfrm>
                <a:off x="15795690" y="5022989"/>
                <a:ext cx="720000" cy="720000"/>
              </a:xfrm>
              <a:prstGeom prst="rect">
                <a:avLst/>
              </a:prstGeom>
              <a:solidFill>
                <a:srgbClr val="7030A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91" name="Rectangle 490">
                <a:extLst>
                  <a:ext uri="{FF2B5EF4-FFF2-40B4-BE49-F238E27FC236}">
                    <a16:creationId xmlns:a16="http://schemas.microsoft.com/office/drawing/2014/main" id="{E2236AEC-B172-6840-848C-40D1467BB502}"/>
                  </a:ext>
                </a:extLst>
              </p:cNvPr>
              <p:cNvSpPr/>
              <p:nvPr/>
            </p:nvSpPr>
            <p:spPr>
              <a:xfrm>
                <a:off x="13635690" y="5022989"/>
                <a:ext cx="720000" cy="720000"/>
              </a:xfrm>
              <a:prstGeom prst="rect">
                <a:avLst/>
              </a:prstGeom>
              <a:solidFill>
                <a:srgbClr val="C0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492" name="Rectangle 491">
                <a:extLst>
                  <a:ext uri="{FF2B5EF4-FFF2-40B4-BE49-F238E27FC236}">
                    <a16:creationId xmlns:a16="http://schemas.microsoft.com/office/drawing/2014/main" id="{565F11D6-8739-7E42-9DF9-5868E40734AC}"/>
                  </a:ext>
                </a:extLst>
              </p:cNvPr>
              <p:cNvSpPr/>
              <p:nvPr/>
            </p:nvSpPr>
            <p:spPr>
              <a:xfrm>
                <a:off x="14355690" y="5022989"/>
                <a:ext cx="720000" cy="720000"/>
              </a:xfrm>
              <a:prstGeom prst="rect">
                <a:avLst/>
              </a:prstGeom>
              <a:solidFill>
                <a:srgbClr val="FFC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93" name="Rectangle 492">
                <a:extLst>
                  <a:ext uri="{FF2B5EF4-FFF2-40B4-BE49-F238E27FC236}">
                    <a16:creationId xmlns:a16="http://schemas.microsoft.com/office/drawing/2014/main" id="{B8793A17-09E8-F94E-B1DF-BD3EE7E59C94}"/>
                  </a:ext>
                </a:extLst>
              </p:cNvPr>
              <p:cNvSpPr/>
              <p:nvPr/>
            </p:nvSpPr>
            <p:spPr>
              <a:xfrm>
                <a:off x="15075690" y="5022989"/>
                <a:ext cx="720000" cy="720000"/>
              </a:xfrm>
              <a:prstGeom prst="rect">
                <a:avLst/>
              </a:prstGeom>
              <a:solidFill>
                <a:srgbClr val="00206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CE08A0DB-AC7E-9C44-B561-75D032336D78}"/>
                  </a:ext>
                </a:extLst>
              </p:cNvPr>
              <p:cNvSpPr/>
              <p:nvPr/>
            </p:nvSpPr>
            <p:spPr>
              <a:xfrm>
                <a:off x="13635690" y="5903409"/>
                <a:ext cx="720000" cy="720000"/>
              </a:xfrm>
              <a:prstGeom prst="rect">
                <a:avLst/>
              </a:prstGeom>
              <a:solidFill>
                <a:srgbClr val="92D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95" name="Rectangle 494">
                <a:extLst>
                  <a:ext uri="{FF2B5EF4-FFF2-40B4-BE49-F238E27FC236}">
                    <a16:creationId xmlns:a16="http://schemas.microsoft.com/office/drawing/2014/main" id="{45081A2E-171D-7C42-9A17-23A6858FD844}"/>
                  </a:ext>
                </a:extLst>
              </p:cNvPr>
              <p:cNvSpPr/>
              <p:nvPr/>
            </p:nvSpPr>
            <p:spPr>
              <a:xfrm>
                <a:off x="14355690" y="5903409"/>
                <a:ext cx="720000" cy="720000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96" name="Rectangle 495">
                <a:extLst>
                  <a:ext uri="{FF2B5EF4-FFF2-40B4-BE49-F238E27FC236}">
                    <a16:creationId xmlns:a16="http://schemas.microsoft.com/office/drawing/2014/main" id="{4B89E9D7-CF84-C64B-A67B-1A0BCB015B20}"/>
                  </a:ext>
                </a:extLst>
              </p:cNvPr>
              <p:cNvSpPr/>
              <p:nvPr/>
            </p:nvSpPr>
            <p:spPr>
              <a:xfrm>
                <a:off x="15075690" y="5903409"/>
                <a:ext cx="720000" cy="720000"/>
              </a:xfrm>
              <a:prstGeom prst="rect">
                <a:avLst/>
              </a:prstGeom>
              <a:solidFill>
                <a:srgbClr val="FF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97" name="Rectangle 496">
                <a:extLst>
                  <a:ext uri="{FF2B5EF4-FFF2-40B4-BE49-F238E27FC236}">
                    <a16:creationId xmlns:a16="http://schemas.microsoft.com/office/drawing/2014/main" id="{A987C1D7-843A-E341-9DD6-E4442DFEAAC6}"/>
                  </a:ext>
                </a:extLst>
              </p:cNvPr>
              <p:cNvSpPr/>
              <p:nvPr/>
            </p:nvSpPr>
            <p:spPr>
              <a:xfrm>
                <a:off x="15795690" y="5903409"/>
                <a:ext cx="720000" cy="720000"/>
              </a:xfrm>
              <a:prstGeom prst="rect">
                <a:avLst/>
              </a:prstGeom>
              <a:solidFill>
                <a:srgbClr val="FFFF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98" name="Rectangle 497">
                <a:extLst>
                  <a:ext uri="{FF2B5EF4-FFF2-40B4-BE49-F238E27FC236}">
                    <a16:creationId xmlns:a16="http://schemas.microsoft.com/office/drawing/2014/main" id="{2ED7FF14-404D-CA4F-972A-E3B0B39F35F3}"/>
                  </a:ext>
                </a:extLst>
              </p:cNvPr>
              <p:cNvSpPr/>
              <p:nvPr/>
            </p:nvSpPr>
            <p:spPr>
              <a:xfrm>
                <a:off x="13635690" y="6783829"/>
                <a:ext cx="720000" cy="720000"/>
              </a:xfrm>
              <a:prstGeom prst="rect">
                <a:avLst/>
              </a:prstGeom>
              <a:solidFill>
                <a:srgbClr val="00B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499" name="Rectangle 498">
                <a:extLst>
                  <a:ext uri="{FF2B5EF4-FFF2-40B4-BE49-F238E27FC236}">
                    <a16:creationId xmlns:a16="http://schemas.microsoft.com/office/drawing/2014/main" id="{00AC61D6-DE21-4C4E-830C-501F0571817B}"/>
                  </a:ext>
                </a:extLst>
              </p:cNvPr>
              <p:cNvSpPr/>
              <p:nvPr/>
            </p:nvSpPr>
            <p:spPr>
              <a:xfrm>
                <a:off x="14355690" y="6783829"/>
                <a:ext cx="720000" cy="720000"/>
              </a:xfrm>
              <a:prstGeom prst="rect">
                <a:avLst/>
              </a:prstGeom>
              <a:solidFill>
                <a:srgbClr val="0070C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00" name="Rectangle 499">
                <a:extLst>
                  <a:ext uri="{FF2B5EF4-FFF2-40B4-BE49-F238E27FC236}">
                    <a16:creationId xmlns:a16="http://schemas.microsoft.com/office/drawing/2014/main" id="{969935CF-8F00-2141-8008-D42ED20B0D9B}"/>
                  </a:ext>
                </a:extLst>
              </p:cNvPr>
              <p:cNvSpPr/>
              <p:nvPr/>
            </p:nvSpPr>
            <p:spPr>
              <a:xfrm>
                <a:off x="15075690" y="6783829"/>
                <a:ext cx="720000" cy="720000"/>
              </a:xfrm>
              <a:prstGeom prst="rect">
                <a:avLst/>
              </a:prstGeom>
              <a:solidFill>
                <a:srgbClr val="FF93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A68F4273-5DCC-BF44-9211-5AAE3F19073A}"/>
                  </a:ext>
                </a:extLst>
              </p:cNvPr>
              <p:cNvSpPr/>
              <p:nvPr/>
            </p:nvSpPr>
            <p:spPr>
              <a:xfrm>
                <a:off x="15795690" y="6783829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502" name="Rectangle 501">
                <a:extLst>
                  <a:ext uri="{FF2B5EF4-FFF2-40B4-BE49-F238E27FC236}">
                    <a16:creationId xmlns:a16="http://schemas.microsoft.com/office/drawing/2014/main" id="{EE0542AC-4DC5-A346-8F1B-B7858328589A}"/>
                  </a:ext>
                </a:extLst>
              </p:cNvPr>
              <p:cNvSpPr/>
              <p:nvPr/>
            </p:nvSpPr>
            <p:spPr>
              <a:xfrm>
                <a:off x="13635690" y="7664249"/>
                <a:ext cx="720000" cy="720000"/>
              </a:xfrm>
              <a:prstGeom prst="rect">
                <a:avLst/>
              </a:prstGeom>
              <a:solidFill>
                <a:srgbClr val="AB7942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03" name="Rectangle 502">
                <a:extLst>
                  <a:ext uri="{FF2B5EF4-FFF2-40B4-BE49-F238E27FC236}">
                    <a16:creationId xmlns:a16="http://schemas.microsoft.com/office/drawing/2014/main" id="{B90F9604-ADA1-6148-943C-9235CCA99C5A}"/>
                  </a:ext>
                </a:extLst>
              </p:cNvPr>
              <p:cNvSpPr/>
              <p:nvPr/>
            </p:nvSpPr>
            <p:spPr>
              <a:xfrm>
                <a:off x="14355690" y="7664249"/>
                <a:ext cx="720000" cy="720000"/>
              </a:xfrm>
              <a:prstGeom prst="rect">
                <a:avLst/>
              </a:prstGeom>
              <a:solidFill>
                <a:srgbClr val="FF40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04" name="Rectangle 503">
                <a:extLst>
                  <a:ext uri="{FF2B5EF4-FFF2-40B4-BE49-F238E27FC236}">
                    <a16:creationId xmlns:a16="http://schemas.microsoft.com/office/drawing/2014/main" id="{66DBACBD-2567-7646-88F8-BC4528DB3DDA}"/>
                  </a:ext>
                </a:extLst>
              </p:cNvPr>
              <p:cNvSpPr/>
              <p:nvPr/>
            </p:nvSpPr>
            <p:spPr>
              <a:xfrm>
                <a:off x="15075690" y="7664249"/>
                <a:ext cx="720000" cy="720000"/>
              </a:xfrm>
              <a:prstGeom prst="rect">
                <a:avLst/>
              </a:prstGeom>
              <a:solidFill>
                <a:srgbClr val="00FD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05" name="Rectangle 504">
                <a:extLst>
                  <a:ext uri="{FF2B5EF4-FFF2-40B4-BE49-F238E27FC236}">
                    <a16:creationId xmlns:a16="http://schemas.microsoft.com/office/drawing/2014/main" id="{5256BB74-7A2E-3540-B3C0-C72510D41C94}"/>
                  </a:ext>
                </a:extLst>
              </p:cNvPr>
              <p:cNvSpPr/>
              <p:nvPr/>
            </p:nvSpPr>
            <p:spPr>
              <a:xfrm>
                <a:off x="15795690" y="7664249"/>
                <a:ext cx="720000" cy="720000"/>
              </a:xfrm>
              <a:prstGeom prst="rect">
                <a:avLst/>
              </a:prstGeom>
              <a:solidFill>
                <a:schemeClr val="accent2">
                  <a:lumMod val="50000"/>
                  <a:alpha val="7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</p:grpSp>
        <p:sp>
          <p:nvSpPr>
            <p:cNvPr id="512" name="Rectangle 511">
              <a:extLst>
                <a:ext uri="{FF2B5EF4-FFF2-40B4-BE49-F238E27FC236}">
                  <a16:creationId xmlns:a16="http://schemas.microsoft.com/office/drawing/2014/main" id="{D520C03E-EA37-6B4A-873E-01016ECDACEF}"/>
                </a:ext>
              </a:extLst>
            </p:cNvPr>
            <p:cNvSpPr/>
            <p:nvPr/>
          </p:nvSpPr>
          <p:spPr>
            <a:xfrm>
              <a:off x="20411214" y="4936326"/>
              <a:ext cx="3329934" cy="900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ea typeface="Cambria Math" panose="02040503050406030204" pitchFamily="18" charset="0"/>
                </a:rPr>
                <a:t>Output</a:t>
              </a:r>
              <a:endParaRPr lang="en-BE" sz="3600" dirty="0">
                <a:solidFill>
                  <a:schemeClr val="tx1"/>
                </a:solidFill>
                <a:ea typeface="Cambria Math" panose="02040503050406030204" pitchFamily="18" charset="0"/>
              </a:endParaRPr>
            </a:p>
          </p:txBody>
        </p:sp>
        <p:grpSp>
          <p:nvGrpSpPr>
            <p:cNvPr id="540" name="Group 539">
              <a:extLst>
                <a:ext uri="{FF2B5EF4-FFF2-40B4-BE49-F238E27FC236}">
                  <a16:creationId xmlns:a16="http://schemas.microsoft.com/office/drawing/2014/main" id="{B69FD723-BAF2-194D-9F49-E3487EAD80ED}"/>
                </a:ext>
              </a:extLst>
            </p:cNvPr>
            <p:cNvGrpSpPr/>
            <p:nvPr/>
          </p:nvGrpSpPr>
          <p:grpSpPr>
            <a:xfrm>
              <a:off x="6042999" y="7930801"/>
              <a:ext cx="2880000" cy="2880000"/>
              <a:chOff x="2213810" y="5678905"/>
              <a:chExt cx="2880000" cy="2880000"/>
            </a:xfrm>
          </p:grpSpPr>
          <p:sp>
            <p:nvSpPr>
              <p:cNvPr id="541" name="Rectangle 540">
                <a:extLst>
                  <a:ext uri="{FF2B5EF4-FFF2-40B4-BE49-F238E27FC236}">
                    <a16:creationId xmlns:a16="http://schemas.microsoft.com/office/drawing/2014/main" id="{BE6F4AF1-F843-E943-92C7-78F2DA7D1567}"/>
                  </a:ext>
                </a:extLst>
              </p:cNvPr>
              <p:cNvSpPr/>
              <p:nvPr/>
            </p:nvSpPr>
            <p:spPr>
              <a:xfrm>
                <a:off x="2213810" y="5678905"/>
                <a:ext cx="720000" cy="720000"/>
              </a:xfrm>
              <a:prstGeom prst="rect">
                <a:avLst/>
              </a:prstGeom>
              <a:solidFill>
                <a:srgbClr val="C0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542" name="Rectangle 541">
                <a:extLst>
                  <a:ext uri="{FF2B5EF4-FFF2-40B4-BE49-F238E27FC236}">
                    <a16:creationId xmlns:a16="http://schemas.microsoft.com/office/drawing/2014/main" id="{AFAB6F44-D662-8644-8698-60A6DE5EC8FA}"/>
                  </a:ext>
                </a:extLst>
              </p:cNvPr>
              <p:cNvSpPr/>
              <p:nvPr/>
            </p:nvSpPr>
            <p:spPr>
              <a:xfrm>
                <a:off x="2933810" y="5678905"/>
                <a:ext cx="720000" cy="720000"/>
              </a:xfrm>
              <a:prstGeom prst="rect">
                <a:avLst/>
              </a:prstGeom>
              <a:solidFill>
                <a:srgbClr val="FFC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B00D9462-BB74-9549-83D3-B16C1C1934DF}"/>
                  </a:ext>
                </a:extLst>
              </p:cNvPr>
              <p:cNvSpPr/>
              <p:nvPr/>
            </p:nvSpPr>
            <p:spPr>
              <a:xfrm>
                <a:off x="3653810" y="5678905"/>
                <a:ext cx="720000" cy="720000"/>
              </a:xfrm>
              <a:prstGeom prst="rect">
                <a:avLst/>
              </a:prstGeom>
              <a:solidFill>
                <a:srgbClr val="92D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44" name="Rectangle 543">
                <a:extLst>
                  <a:ext uri="{FF2B5EF4-FFF2-40B4-BE49-F238E27FC236}">
                    <a16:creationId xmlns:a16="http://schemas.microsoft.com/office/drawing/2014/main" id="{E924EDE2-E11E-904F-AB52-2C96AD321934}"/>
                  </a:ext>
                </a:extLst>
              </p:cNvPr>
              <p:cNvSpPr/>
              <p:nvPr/>
            </p:nvSpPr>
            <p:spPr>
              <a:xfrm>
                <a:off x="4373810" y="5678905"/>
                <a:ext cx="720000" cy="720000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45" name="Rectangle 544">
                <a:extLst>
                  <a:ext uri="{FF2B5EF4-FFF2-40B4-BE49-F238E27FC236}">
                    <a16:creationId xmlns:a16="http://schemas.microsoft.com/office/drawing/2014/main" id="{B6F698A3-CD86-5C43-867B-FF65A9F7899A}"/>
                  </a:ext>
                </a:extLst>
              </p:cNvPr>
              <p:cNvSpPr/>
              <p:nvPr/>
            </p:nvSpPr>
            <p:spPr>
              <a:xfrm>
                <a:off x="2213810" y="6398905"/>
                <a:ext cx="720000" cy="720000"/>
              </a:xfrm>
              <a:prstGeom prst="rect">
                <a:avLst/>
              </a:prstGeom>
              <a:solidFill>
                <a:srgbClr val="00206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46" name="Rectangle 545">
                <a:extLst>
                  <a:ext uri="{FF2B5EF4-FFF2-40B4-BE49-F238E27FC236}">
                    <a16:creationId xmlns:a16="http://schemas.microsoft.com/office/drawing/2014/main" id="{3C4D915E-FAE5-FD4A-8F14-AE21460599E2}"/>
                  </a:ext>
                </a:extLst>
              </p:cNvPr>
              <p:cNvSpPr/>
              <p:nvPr/>
            </p:nvSpPr>
            <p:spPr>
              <a:xfrm>
                <a:off x="2933810" y="6398905"/>
                <a:ext cx="720000" cy="720000"/>
              </a:xfrm>
              <a:prstGeom prst="rect">
                <a:avLst/>
              </a:prstGeom>
              <a:solidFill>
                <a:srgbClr val="7030A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47" name="Rectangle 546">
                <a:extLst>
                  <a:ext uri="{FF2B5EF4-FFF2-40B4-BE49-F238E27FC236}">
                    <a16:creationId xmlns:a16="http://schemas.microsoft.com/office/drawing/2014/main" id="{0C06EC06-F035-3747-A0EF-7EA621DED168}"/>
                  </a:ext>
                </a:extLst>
              </p:cNvPr>
              <p:cNvSpPr/>
              <p:nvPr/>
            </p:nvSpPr>
            <p:spPr>
              <a:xfrm>
                <a:off x="3653810" y="6398905"/>
                <a:ext cx="720000" cy="720000"/>
              </a:xfrm>
              <a:prstGeom prst="rect">
                <a:avLst/>
              </a:prstGeom>
              <a:solidFill>
                <a:srgbClr val="FF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48" name="Rectangle 547">
                <a:extLst>
                  <a:ext uri="{FF2B5EF4-FFF2-40B4-BE49-F238E27FC236}">
                    <a16:creationId xmlns:a16="http://schemas.microsoft.com/office/drawing/2014/main" id="{5AE46E93-30DA-9541-8013-387735A19783}"/>
                  </a:ext>
                </a:extLst>
              </p:cNvPr>
              <p:cNvSpPr/>
              <p:nvPr/>
            </p:nvSpPr>
            <p:spPr>
              <a:xfrm>
                <a:off x="4373810" y="6398905"/>
                <a:ext cx="720000" cy="720000"/>
              </a:xfrm>
              <a:prstGeom prst="rect">
                <a:avLst/>
              </a:prstGeom>
              <a:solidFill>
                <a:srgbClr val="FFFF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49" name="Rectangle 548">
                <a:extLst>
                  <a:ext uri="{FF2B5EF4-FFF2-40B4-BE49-F238E27FC236}">
                    <a16:creationId xmlns:a16="http://schemas.microsoft.com/office/drawing/2014/main" id="{C186A7A6-4D7E-844E-98D5-23A18BBAD993}"/>
                  </a:ext>
                </a:extLst>
              </p:cNvPr>
              <p:cNvSpPr/>
              <p:nvPr/>
            </p:nvSpPr>
            <p:spPr>
              <a:xfrm>
                <a:off x="2213810" y="7118905"/>
                <a:ext cx="720000" cy="720000"/>
              </a:xfrm>
              <a:prstGeom prst="rect">
                <a:avLst/>
              </a:prstGeom>
              <a:solidFill>
                <a:srgbClr val="00B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50" name="Rectangle 549">
                <a:extLst>
                  <a:ext uri="{FF2B5EF4-FFF2-40B4-BE49-F238E27FC236}">
                    <a16:creationId xmlns:a16="http://schemas.microsoft.com/office/drawing/2014/main" id="{10C6658D-2D5D-C547-8ECD-2160B46B1121}"/>
                  </a:ext>
                </a:extLst>
              </p:cNvPr>
              <p:cNvSpPr/>
              <p:nvPr/>
            </p:nvSpPr>
            <p:spPr>
              <a:xfrm>
                <a:off x="2933810" y="7118905"/>
                <a:ext cx="720000" cy="720000"/>
              </a:xfrm>
              <a:prstGeom prst="rect">
                <a:avLst/>
              </a:prstGeom>
              <a:solidFill>
                <a:srgbClr val="0070C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51" name="Rectangle 550">
                <a:extLst>
                  <a:ext uri="{FF2B5EF4-FFF2-40B4-BE49-F238E27FC236}">
                    <a16:creationId xmlns:a16="http://schemas.microsoft.com/office/drawing/2014/main" id="{6A2C0639-68F9-E143-92B9-75C828610361}"/>
                  </a:ext>
                </a:extLst>
              </p:cNvPr>
              <p:cNvSpPr/>
              <p:nvPr/>
            </p:nvSpPr>
            <p:spPr>
              <a:xfrm>
                <a:off x="3653810" y="7118905"/>
                <a:ext cx="720000" cy="720000"/>
              </a:xfrm>
              <a:prstGeom prst="rect">
                <a:avLst/>
              </a:prstGeom>
              <a:solidFill>
                <a:srgbClr val="AB7942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52" name="Rectangle 551">
                <a:extLst>
                  <a:ext uri="{FF2B5EF4-FFF2-40B4-BE49-F238E27FC236}">
                    <a16:creationId xmlns:a16="http://schemas.microsoft.com/office/drawing/2014/main" id="{CBCE0906-1FCE-CD42-A133-F71476CD17D4}"/>
                  </a:ext>
                </a:extLst>
              </p:cNvPr>
              <p:cNvSpPr/>
              <p:nvPr/>
            </p:nvSpPr>
            <p:spPr>
              <a:xfrm>
                <a:off x="4373810" y="7118905"/>
                <a:ext cx="720000" cy="720000"/>
              </a:xfrm>
              <a:prstGeom prst="rect">
                <a:avLst/>
              </a:prstGeom>
              <a:solidFill>
                <a:srgbClr val="FF40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53" name="Rectangle 552">
                <a:extLst>
                  <a:ext uri="{FF2B5EF4-FFF2-40B4-BE49-F238E27FC236}">
                    <a16:creationId xmlns:a16="http://schemas.microsoft.com/office/drawing/2014/main" id="{A885B15C-D506-9B44-B838-3F4545C47FD1}"/>
                  </a:ext>
                </a:extLst>
              </p:cNvPr>
              <p:cNvSpPr/>
              <p:nvPr/>
            </p:nvSpPr>
            <p:spPr>
              <a:xfrm>
                <a:off x="2213810" y="7838905"/>
                <a:ext cx="720000" cy="720000"/>
              </a:xfrm>
              <a:prstGeom prst="rect">
                <a:avLst/>
              </a:prstGeom>
              <a:solidFill>
                <a:srgbClr val="FF93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54" name="Rectangle 553">
                <a:extLst>
                  <a:ext uri="{FF2B5EF4-FFF2-40B4-BE49-F238E27FC236}">
                    <a16:creationId xmlns:a16="http://schemas.microsoft.com/office/drawing/2014/main" id="{533C728F-9392-AF49-A17C-800953CFE28F}"/>
                  </a:ext>
                </a:extLst>
              </p:cNvPr>
              <p:cNvSpPr/>
              <p:nvPr/>
            </p:nvSpPr>
            <p:spPr>
              <a:xfrm>
                <a:off x="2933810" y="7838905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555" name="Rectangle 554">
                <a:extLst>
                  <a:ext uri="{FF2B5EF4-FFF2-40B4-BE49-F238E27FC236}">
                    <a16:creationId xmlns:a16="http://schemas.microsoft.com/office/drawing/2014/main" id="{17025D5A-5AF8-8542-B4B5-1D90985089ED}"/>
                  </a:ext>
                </a:extLst>
              </p:cNvPr>
              <p:cNvSpPr/>
              <p:nvPr/>
            </p:nvSpPr>
            <p:spPr>
              <a:xfrm>
                <a:off x="3653810" y="7838905"/>
                <a:ext cx="720000" cy="720000"/>
              </a:xfrm>
              <a:prstGeom prst="rect">
                <a:avLst/>
              </a:prstGeom>
              <a:solidFill>
                <a:srgbClr val="00FD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56" name="Rectangle 555">
                <a:extLst>
                  <a:ext uri="{FF2B5EF4-FFF2-40B4-BE49-F238E27FC236}">
                    <a16:creationId xmlns:a16="http://schemas.microsoft.com/office/drawing/2014/main" id="{9C461D44-8425-364F-A117-B32A7CACDB8D}"/>
                  </a:ext>
                </a:extLst>
              </p:cNvPr>
              <p:cNvSpPr/>
              <p:nvPr/>
            </p:nvSpPr>
            <p:spPr>
              <a:xfrm>
                <a:off x="4373810" y="7838905"/>
                <a:ext cx="720000" cy="720000"/>
              </a:xfrm>
              <a:prstGeom prst="rect">
                <a:avLst/>
              </a:prstGeom>
              <a:solidFill>
                <a:schemeClr val="accent2">
                  <a:lumMod val="50000"/>
                  <a:alpha val="7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</p:grp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F93E9094-B41D-7B44-AC64-38AC415EC62B}"/>
                </a:ext>
              </a:extLst>
            </p:cNvPr>
            <p:cNvGrpSpPr/>
            <p:nvPr/>
          </p:nvGrpSpPr>
          <p:grpSpPr>
            <a:xfrm>
              <a:off x="10317688" y="5373154"/>
              <a:ext cx="3055108" cy="3040421"/>
              <a:chOff x="6784862" y="5678904"/>
              <a:chExt cx="3055108" cy="3040421"/>
            </a:xfrm>
          </p:grpSpPr>
          <p:sp>
            <p:nvSpPr>
              <p:cNvPr id="558" name="Rectangle 557">
                <a:extLst>
                  <a:ext uri="{FF2B5EF4-FFF2-40B4-BE49-F238E27FC236}">
                    <a16:creationId xmlns:a16="http://schemas.microsoft.com/office/drawing/2014/main" id="{E1AB7D71-2BDF-F140-848C-B614870C712E}"/>
                  </a:ext>
                </a:extLst>
              </p:cNvPr>
              <p:cNvSpPr/>
              <p:nvPr/>
            </p:nvSpPr>
            <p:spPr>
              <a:xfrm>
                <a:off x="7504862" y="6398904"/>
                <a:ext cx="720000" cy="720000"/>
              </a:xfrm>
              <a:prstGeom prst="rect">
                <a:avLst/>
              </a:prstGeom>
              <a:solidFill>
                <a:srgbClr val="7030A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59" name="Rectangle 558">
                <a:extLst>
                  <a:ext uri="{FF2B5EF4-FFF2-40B4-BE49-F238E27FC236}">
                    <a16:creationId xmlns:a16="http://schemas.microsoft.com/office/drawing/2014/main" id="{9647B2DB-2969-3146-8C2E-1DC6E9326EAA}"/>
                  </a:ext>
                </a:extLst>
              </p:cNvPr>
              <p:cNvSpPr/>
              <p:nvPr/>
            </p:nvSpPr>
            <p:spPr>
              <a:xfrm>
                <a:off x="6784862" y="5678904"/>
                <a:ext cx="720000" cy="720000"/>
              </a:xfrm>
              <a:prstGeom prst="rect">
                <a:avLst/>
              </a:prstGeom>
              <a:solidFill>
                <a:srgbClr val="C0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560" name="Rectangle 559">
                <a:extLst>
                  <a:ext uri="{FF2B5EF4-FFF2-40B4-BE49-F238E27FC236}">
                    <a16:creationId xmlns:a16="http://schemas.microsoft.com/office/drawing/2014/main" id="{43A0F530-C87D-0946-941A-6AF8E53AEC19}"/>
                  </a:ext>
                </a:extLst>
              </p:cNvPr>
              <p:cNvSpPr/>
              <p:nvPr/>
            </p:nvSpPr>
            <p:spPr>
              <a:xfrm>
                <a:off x="7504862" y="5678904"/>
                <a:ext cx="720000" cy="720000"/>
              </a:xfrm>
              <a:prstGeom prst="rect">
                <a:avLst/>
              </a:prstGeom>
              <a:solidFill>
                <a:srgbClr val="FFC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61" name="Rectangle 560">
                <a:extLst>
                  <a:ext uri="{FF2B5EF4-FFF2-40B4-BE49-F238E27FC236}">
                    <a16:creationId xmlns:a16="http://schemas.microsoft.com/office/drawing/2014/main" id="{4F68EBB5-1BF6-8346-8A45-6CA8624A3188}"/>
                  </a:ext>
                </a:extLst>
              </p:cNvPr>
              <p:cNvSpPr/>
              <p:nvPr/>
            </p:nvSpPr>
            <p:spPr>
              <a:xfrm>
                <a:off x="6784862" y="6398904"/>
                <a:ext cx="720000" cy="720000"/>
              </a:xfrm>
              <a:prstGeom prst="rect">
                <a:avLst/>
              </a:prstGeom>
              <a:solidFill>
                <a:srgbClr val="00206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62" name="Rectangle 561">
                <a:extLst>
                  <a:ext uri="{FF2B5EF4-FFF2-40B4-BE49-F238E27FC236}">
                    <a16:creationId xmlns:a16="http://schemas.microsoft.com/office/drawing/2014/main" id="{3A41F9F8-FB70-5040-BF13-416385D6193E}"/>
                  </a:ext>
                </a:extLst>
              </p:cNvPr>
              <p:cNvSpPr/>
              <p:nvPr/>
            </p:nvSpPr>
            <p:spPr>
              <a:xfrm>
                <a:off x="8385282" y="5678904"/>
                <a:ext cx="720000" cy="720000"/>
              </a:xfrm>
              <a:prstGeom prst="rect">
                <a:avLst/>
              </a:prstGeom>
              <a:solidFill>
                <a:srgbClr val="92D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63" name="Rectangle 562">
                <a:extLst>
                  <a:ext uri="{FF2B5EF4-FFF2-40B4-BE49-F238E27FC236}">
                    <a16:creationId xmlns:a16="http://schemas.microsoft.com/office/drawing/2014/main" id="{29DA480C-AF60-CE4D-B360-31F2DCBFABBE}"/>
                  </a:ext>
                </a:extLst>
              </p:cNvPr>
              <p:cNvSpPr/>
              <p:nvPr/>
            </p:nvSpPr>
            <p:spPr>
              <a:xfrm>
                <a:off x="9105282" y="5678904"/>
                <a:ext cx="720000" cy="720000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64" name="Rectangle 563">
                <a:extLst>
                  <a:ext uri="{FF2B5EF4-FFF2-40B4-BE49-F238E27FC236}">
                    <a16:creationId xmlns:a16="http://schemas.microsoft.com/office/drawing/2014/main" id="{5BBA48CB-6D69-6B4A-A260-1C4D022C26D1}"/>
                  </a:ext>
                </a:extLst>
              </p:cNvPr>
              <p:cNvSpPr/>
              <p:nvPr/>
            </p:nvSpPr>
            <p:spPr>
              <a:xfrm>
                <a:off x="8385282" y="6398904"/>
                <a:ext cx="720000" cy="720000"/>
              </a:xfrm>
              <a:prstGeom prst="rect">
                <a:avLst/>
              </a:prstGeom>
              <a:solidFill>
                <a:srgbClr val="FF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65" name="Rectangle 564">
                <a:extLst>
                  <a:ext uri="{FF2B5EF4-FFF2-40B4-BE49-F238E27FC236}">
                    <a16:creationId xmlns:a16="http://schemas.microsoft.com/office/drawing/2014/main" id="{97715055-54C0-714B-BBD9-CF9B040BE98B}"/>
                  </a:ext>
                </a:extLst>
              </p:cNvPr>
              <p:cNvSpPr/>
              <p:nvPr/>
            </p:nvSpPr>
            <p:spPr>
              <a:xfrm>
                <a:off x="9105282" y="6398904"/>
                <a:ext cx="720000" cy="720000"/>
              </a:xfrm>
              <a:prstGeom prst="rect">
                <a:avLst/>
              </a:prstGeom>
              <a:solidFill>
                <a:srgbClr val="FFFF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66" name="Rectangle 565">
                <a:extLst>
                  <a:ext uri="{FF2B5EF4-FFF2-40B4-BE49-F238E27FC236}">
                    <a16:creationId xmlns:a16="http://schemas.microsoft.com/office/drawing/2014/main" id="{12648320-E9F6-AF44-9D48-226C711043CB}"/>
                  </a:ext>
                </a:extLst>
              </p:cNvPr>
              <p:cNvSpPr/>
              <p:nvPr/>
            </p:nvSpPr>
            <p:spPr>
              <a:xfrm>
                <a:off x="6784862" y="7279324"/>
                <a:ext cx="720000" cy="720000"/>
              </a:xfrm>
              <a:prstGeom prst="rect">
                <a:avLst/>
              </a:prstGeom>
              <a:solidFill>
                <a:srgbClr val="00B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67" name="Rectangle 566">
                <a:extLst>
                  <a:ext uri="{FF2B5EF4-FFF2-40B4-BE49-F238E27FC236}">
                    <a16:creationId xmlns:a16="http://schemas.microsoft.com/office/drawing/2014/main" id="{E50E80F2-872F-CB49-80D7-A743F5812C5B}"/>
                  </a:ext>
                </a:extLst>
              </p:cNvPr>
              <p:cNvSpPr/>
              <p:nvPr/>
            </p:nvSpPr>
            <p:spPr>
              <a:xfrm>
                <a:off x="7504862" y="7279324"/>
                <a:ext cx="720000" cy="720000"/>
              </a:xfrm>
              <a:prstGeom prst="rect">
                <a:avLst/>
              </a:prstGeom>
              <a:solidFill>
                <a:srgbClr val="0070C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68" name="Rectangle 567">
                <a:extLst>
                  <a:ext uri="{FF2B5EF4-FFF2-40B4-BE49-F238E27FC236}">
                    <a16:creationId xmlns:a16="http://schemas.microsoft.com/office/drawing/2014/main" id="{6A6714A8-117B-6D48-B802-EFB112211545}"/>
                  </a:ext>
                </a:extLst>
              </p:cNvPr>
              <p:cNvSpPr/>
              <p:nvPr/>
            </p:nvSpPr>
            <p:spPr>
              <a:xfrm>
                <a:off x="6784862" y="7999324"/>
                <a:ext cx="720000" cy="720000"/>
              </a:xfrm>
              <a:prstGeom prst="rect">
                <a:avLst/>
              </a:prstGeom>
              <a:solidFill>
                <a:srgbClr val="FF93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69" name="Rectangle 568">
                <a:extLst>
                  <a:ext uri="{FF2B5EF4-FFF2-40B4-BE49-F238E27FC236}">
                    <a16:creationId xmlns:a16="http://schemas.microsoft.com/office/drawing/2014/main" id="{A3C00DE2-5A13-B140-B97E-9E07D5817BDB}"/>
                  </a:ext>
                </a:extLst>
              </p:cNvPr>
              <p:cNvSpPr/>
              <p:nvPr/>
            </p:nvSpPr>
            <p:spPr>
              <a:xfrm>
                <a:off x="7504862" y="7999324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570" name="Rectangle 569">
                <a:extLst>
                  <a:ext uri="{FF2B5EF4-FFF2-40B4-BE49-F238E27FC236}">
                    <a16:creationId xmlns:a16="http://schemas.microsoft.com/office/drawing/2014/main" id="{0DB0C8E6-9E37-5144-890B-DE34D0EB1712}"/>
                  </a:ext>
                </a:extLst>
              </p:cNvPr>
              <p:cNvSpPr/>
              <p:nvPr/>
            </p:nvSpPr>
            <p:spPr>
              <a:xfrm>
                <a:off x="8385282" y="7279324"/>
                <a:ext cx="720000" cy="720000"/>
              </a:xfrm>
              <a:prstGeom prst="rect">
                <a:avLst/>
              </a:prstGeom>
              <a:solidFill>
                <a:srgbClr val="AB7942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71" name="Rectangle 570">
                <a:extLst>
                  <a:ext uri="{FF2B5EF4-FFF2-40B4-BE49-F238E27FC236}">
                    <a16:creationId xmlns:a16="http://schemas.microsoft.com/office/drawing/2014/main" id="{F521C508-8349-714B-82EA-DBE52E750026}"/>
                  </a:ext>
                </a:extLst>
              </p:cNvPr>
              <p:cNvSpPr/>
              <p:nvPr/>
            </p:nvSpPr>
            <p:spPr>
              <a:xfrm>
                <a:off x="9105282" y="7279324"/>
                <a:ext cx="720000" cy="720000"/>
              </a:xfrm>
              <a:prstGeom prst="rect">
                <a:avLst/>
              </a:prstGeom>
              <a:solidFill>
                <a:srgbClr val="FF40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72" name="Rectangle 571">
                <a:extLst>
                  <a:ext uri="{FF2B5EF4-FFF2-40B4-BE49-F238E27FC236}">
                    <a16:creationId xmlns:a16="http://schemas.microsoft.com/office/drawing/2014/main" id="{DCE08620-6DDF-1B43-B1C7-FE3BC23B5EA0}"/>
                  </a:ext>
                </a:extLst>
              </p:cNvPr>
              <p:cNvSpPr/>
              <p:nvPr/>
            </p:nvSpPr>
            <p:spPr>
              <a:xfrm>
                <a:off x="8385282" y="7999324"/>
                <a:ext cx="720000" cy="720000"/>
              </a:xfrm>
              <a:prstGeom prst="rect">
                <a:avLst/>
              </a:prstGeom>
              <a:solidFill>
                <a:srgbClr val="00FD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73" name="Rectangle 572">
                <a:extLst>
                  <a:ext uri="{FF2B5EF4-FFF2-40B4-BE49-F238E27FC236}">
                    <a16:creationId xmlns:a16="http://schemas.microsoft.com/office/drawing/2014/main" id="{7DD88518-3B46-4444-96FA-9A245741899C}"/>
                  </a:ext>
                </a:extLst>
              </p:cNvPr>
              <p:cNvSpPr/>
              <p:nvPr/>
            </p:nvSpPr>
            <p:spPr>
              <a:xfrm>
                <a:off x="9105282" y="7999324"/>
                <a:ext cx="720000" cy="720000"/>
              </a:xfrm>
              <a:prstGeom prst="rect">
                <a:avLst/>
              </a:prstGeom>
              <a:solidFill>
                <a:schemeClr val="accent2">
                  <a:lumMod val="50000"/>
                  <a:alpha val="7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74" name="Rectangle 573">
                <a:extLst>
                  <a:ext uri="{FF2B5EF4-FFF2-40B4-BE49-F238E27FC236}">
                    <a16:creationId xmlns:a16="http://schemas.microsoft.com/office/drawing/2014/main" id="{634ACC6C-99DB-8147-AD1B-D58DB71D9268}"/>
                  </a:ext>
                </a:extLst>
              </p:cNvPr>
              <p:cNvSpPr/>
              <p:nvPr/>
            </p:nvSpPr>
            <p:spPr>
              <a:xfrm>
                <a:off x="6784862" y="5678905"/>
                <a:ext cx="1440000" cy="1439999"/>
              </a:xfrm>
              <a:prstGeom prst="rect">
                <a:avLst/>
              </a:pr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75" name="Rectangle 574">
                <a:extLst>
                  <a:ext uri="{FF2B5EF4-FFF2-40B4-BE49-F238E27FC236}">
                    <a16:creationId xmlns:a16="http://schemas.microsoft.com/office/drawing/2014/main" id="{66717FB4-616D-2A4B-AEFD-8D8C6A17152A}"/>
                  </a:ext>
                </a:extLst>
              </p:cNvPr>
              <p:cNvSpPr/>
              <p:nvPr/>
            </p:nvSpPr>
            <p:spPr>
              <a:xfrm>
                <a:off x="8385282" y="5678905"/>
                <a:ext cx="1454688" cy="1439999"/>
              </a:xfrm>
              <a:prstGeom prst="rect">
                <a:avLst/>
              </a:pr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76" name="Rectangle 575">
                <a:extLst>
                  <a:ext uri="{FF2B5EF4-FFF2-40B4-BE49-F238E27FC236}">
                    <a16:creationId xmlns:a16="http://schemas.microsoft.com/office/drawing/2014/main" id="{1DBF7C6D-E13B-FD49-98AD-ED7BFBEC75C5}"/>
                  </a:ext>
                </a:extLst>
              </p:cNvPr>
              <p:cNvSpPr/>
              <p:nvPr/>
            </p:nvSpPr>
            <p:spPr>
              <a:xfrm>
                <a:off x="6784862" y="7279324"/>
                <a:ext cx="1440000" cy="1440001"/>
              </a:xfrm>
              <a:prstGeom prst="rect">
                <a:avLst/>
              </a:pr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77" name="Rectangle 576">
                <a:extLst>
                  <a:ext uri="{FF2B5EF4-FFF2-40B4-BE49-F238E27FC236}">
                    <a16:creationId xmlns:a16="http://schemas.microsoft.com/office/drawing/2014/main" id="{BF33BCCB-EF3B-0246-85BA-992AC1D13EB8}"/>
                  </a:ext>
                </a:extLst>
              </p:cNvPr>
              <p:cNvSpPr/>
              <p:nvPr/>
            </p:nvSpPr>
            <p:spPr>
              <a:xfrm>
                <a:off x="8385282" y="7279324"/>
                <a:ext cx="1440000" cy="1440001"/>
              </a:xfrm>
              <a:prstGeom prst="rect">
                <a:avLst/>
              </a:pr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</p:grpSp>
        <p:sp>
          <p:nvSpPr>
            <p:cNvPr id="578" name="Rectangle 577">
              <a:extLst>
                <a:ext uri="{FF2B5EF4-FFF2-40B4-BE49-F238E27FC236}">
                  <a16:creationId xmlns:a16="http://schemas.microsoft.com/office/drawing/2014/main" id="{2C2D69E0-347C-8742-897C-E2148B7C88ED}"/>
                </a:ext>
              </a:extLst>
            </p:cNvPr>
            <p:cNvSpPr/>
            <p:nvPr/>
          </p:nvSpPr>
          <p:spPr>
            <a:xfrm>
              <a:off x="6373528" y="7185402"/>
              <a:ext cx="2067405" cy="683241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ea typeface="Cambria Math" panose="02040503050406030204" pitchFamily="18" charset="0"/>
                </a:rPr>
                <a:t>Input</a:t>
              </a:r>
              <a:endParaRPr lang="en-BE" sz="36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579" name="Rectangle 578">
              <a:extLst>
                <a:ext uri="{FF2B5EF4-FFF2-40B4-BE49-F238E27FC236}">
                  <a16:creationId xmlns:a16="http://schemas.microsoft.com/office/drawing/2014/main" id="{E6CE0595-85CF-5442-BB80-E34518E0339C}"/>
                </a:ext>
              </a:extLst>
            </p:cNvPr>
            <p:cNvSpPr/>
            <p:nvPr/>
          </p:nvSpPr>
          <p:spPr>
            <a:xfrm>
              <a:off x="6551329" y="5836326"/>
              <a:ext cx="3603714" cy="900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ea typeface="Cambria Math" panose="02040503050406030204" pitchFamily="18" charset="0"/>
                </a:rPr>
                <a:t>Regular Patches</a:t>
              </a:r>
              <a:endParaRPr lang="en-BE" sz="3600" dirty="0">
                <a:solidFill>
                  <a:schemeClr val="tx1"/>
                </a:solidFill>
                <a:ea typeface="Cambria Math" panose="02040503050406030204" pitchFamily="18" charset="0"/>
              </a:endParaRPr>
            </a:p>
          </p:txBody>
        </p:sp>
        <p:sp>
          <p:nvSpPr>
            <p:cNvPr id="580" name="Rectangle 579">
              <a:extLst>
                <a:ext uri="{FF2B5EF4-FFF2-40B4-BE49-F238E27FC236}">
                  <a16:creationId xmlns:a16="http://schemas.microsoft.com/office/drawing/2014/main" id="{0F616855-C969-9240-B3D6-DF92B4F29161}"/>
                </a:ext>
              </a:extLst>
            </p:cNvPr>
            <p:cNvSpPr/>
            <p:nvPr/>
          </p:nvSpPr>
          <p:spPr>
            <a:xfrm>
              <a:off x="7167209" y="11455399"/>
              <a:ext cx="2725700" cy="900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ea typeface="Cambria Math" panose="02040503050406030204" pitchFamily="18" charset="0"/>
                </a:rPr>
                <a:t>SW Patches</a:t>
              </a:r>
              <a:endParaRPr lang="en-BE" sz="3600" dirty="0">
                <a:solidFill>
                  <a:schemeClr val="tx1"/>
                </a:solidFill>
                <a:ea typeface="Cambria Math" panose="02040503050406030204" pitchFamily="18" charset="0"/>
              </a:endParaRPr>
            </a:p>
          </p:txBody>
        </p:sp>
        <p:grpSp>
          <p:nvGrpSpPr>
            <p:cNvPr id="582" name="Group 581">
              <a:extLst>
                <a:ext uri="{FF2B5EF4-FFF2-40B4-BE49-F238E27FC236}">
                  <a16:creationId xmlns:a16="http://schemas.microsoft.com/office/drawing/2014/main" id="{975F468F-C26A-EC40-94A1-0EC513AFC096}"/>
                </a:ext>
              </a:extLst>
            </p:cNvPr>
            <p:cNvGrpSpPr/>
            <p:nvPr/>
          </p:nvGrpSpPr>
          <p:grpSpPr>
            <a:xfrm>
              <a:off x="10326987" y="9921078"/>
              <a:ext cx="3040421" cy="3040420"/>
              <a:chOff x="2589123" y="7590259"/>
              <a:chExt cx="3040421" cy="3040420"/>
            </a:xfrm>
          </p:grpSpPr>
          <p:sp>
            <p:nvSpPr>
              <p:cNvPr id="583" name="Rectangle 582">
                <a:extLst>
                  <a:ext uri="{FF2B5EF4-FFF2-40B4-BE49-F238E27FC236}">
                    <a16:creationId xmlns:a16="http://schemas.microsoft.com/office/drawing/2014/main" id="{DFB404CC-B553-1149-BE00-F0B0C237C372}"/>
                  </a:ext>
                </a:extLst>
              </p:cNvPr>
              <p:cNvSpPr/>
              <p:nvPr/>
            </p:nvSpPr>
            <p:spPr>
              <a:xfrm>
                <a:off x="2589123" y="7590260"/>
                <a:ext cx="720000" cy="720000"/>
              </a:xfrm>
              <a:prstGeom prst="rect">
                <a:avLst/>
              </a:prstGeom>
              <a:solidFill>
                <a:srgbClr val="7030A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84" name="Rectangle 583">
                <a:extLst>
                  <a:ext uri="{FF2B5EF4-FFF2-40B4-BE49-F238E27FC236}">
                    <a16:creationId xmlns:a16="http://schemas.microsoft.com/office/drawing/2014/main" id="{35791E5C-4006-C842-A032-867CF9CD64E5}"/>
                  </a:ext>
                </a:extLst>
              </p:cNvPr>
              <p:cNvSpPr/>
              <p:nvPr/>
            </p:nvSpPr>
            <p:spPr>
              <a:xfrm>
                <a:off x="3309123" y="7590260"/>
                <a:ext cx="720000" cy="720000"/>
              </a:xfrm>
              <a:prstGeom prst="rect">
                <a:avLst/>
              </a:prstGeom>
              <a:solidFill>
                <a:srgbClr val="FF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85" name="Rectangle 584">
                <a:extLst>
                  <a:ext uri="{FF2B5EF4-FFF2-40B4-BE49-F238E27FC236}">
                    <a16:creationId xmlns:a16="http://schemas.microsoft.com/office/drawing/2014/main" id="{FC06F525-5BFE-374C-A655-40FE8CF0A8FD}"/>
                  </a:ext>
                </a:extLst>
              </p:cNvPr>
              <p:cNvSpPr/>
              <p:nvPr/>
            </p:nvSpPr>
            <p:spPr>
              <a:xfrm>
                <a:off x="2589123" y="8310260"/>
                <a:ext cx="720000" cy="720000"/>
              </a:xfrm>
              <a:prstGeom prst="rect">
                <a:avLst/>
              </a:prstGeom>
              <a:solidFill>
                <a:srgbClr val="0070C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86" name="Rectangle 585">
                <a:extLst>
                  <a:ext uri="{FF2B5EF4-FFF2-40B4-BE49-F238E27FC236}">
                    <a16:creationId xmlns:a16="http://schemas.microsoft.com/office/drawing/2014/main" id="{3DA78EEF-D8A4-1F4E-A11C-77716D61FDEA}"/>
                  </a:ext>
                </a:extLst>
              </p:cNvPr>
              <p:cNvSpPr/>
              <p:nvPr/>
            </p:nvSpPr>
            <p:spPr>
              <a:xfrm>
                <a:off x="3309123" y="8310260"/>
                <a:ext cx="720000" cy="720000"/>
              </a:xfrm>
              <a:prstGeom prst="rect">
                <a:avLst/>
              </a:prstGeom>
              <a:solidFill>
                <a:srgbClr val="AB7942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87" name="Rectangle 586">
                <a:extLst>
                  <a:ext uri="{FF2B5EF4-FFF2-40B4-BE49-F238E27FC236}">
                    <a16:creationId xmlns:a16="http://schemas.microsoft.com/office/drawing/2014/main" id="{7FE65D77-7C60-3A43-BE9E-23AAE3FE10B2}"/>
                  </a:ext>
                </a:extLst>
              </p:cNvPr>
              <p:cNvSpPr/>
              <p:nvPr/>
            </p:nvSpPr>
            <p:spPr>
              <a:xfrm>
                <a:off x="4909543" y="7590259"/>
                <a:ext cx="720000" cy="720000"/>
              </a:xfrm>
              <a:prstGeom prst="rect">
                <a:avLst/>
              </a:prstGeom>
              <a:solidFill>
                <a:srgbClr val="00206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88" name="Rectangle 587">
                <a:extLst>
                  <a:ext uri="{FF2B5EF4-FFF2-40B4-BE49-F238E27FC236}">
                    <a16:creationId xmlns:a16="http://schemas.microsoft.com/office/drawing/2014/main" id="{7C4035DB-76AF-234A-A0EF-4CAA93A1BE48}"/>
                  </a:ext>
                </a:extLst>
              </p:cNvPr>
              <p:cNvSpPr/>
              <p:nvPr/>
            </p:nvSpPr>
            <p:spPr>
              <a:xfrm>
                <a:off x="4909543" y="8310259"/>
                <a:ext cx="720000" cy="720000"/>
              </a:xfrm>
              <a:prstGeom prst="rect">
                <a:avLst/>
              </a:prstGeom>
              <a:solidFill>
                <a:srgbClr val="00B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89" name="Rectangle 588">
                <a:extLst>
                  <a:ext uri="{FF2B5EF4-FFF2-40B4-BE49-F238E27FC236}">
                    <a16:creationId xmlns:a16="http://schemas.microsoft.com/office/drawing/2014/main" id="{755A894E-940B-6B42-910B-314F7610CC5F}"/>
                  </a:ext>
                </a:extLst>
              </p:cNvPr>
              <p:cNvSpPr/>
              <p:nvPr/>
            </p:nvSpPr>
            <p:spPr>
              <a:xfrm>
                <a:off x="4190931" y="7590259"/>
                <a:ext cx="720000" cy="720000"/>
              </a:xfrm>
              <a:prstGeom prst="rect">
                <a:avLst/>
              </a:prstGeom>
              <a:solidFill>
                <a:srgbClr val="FFFF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90" name="Rectangle 589">
                <a:extLst>
                  <a:ext uri="{FF2B5EF4-FFF2-40B4-BE49-F238E27FC236}">
                    <a16:creationId xmlns:a16="http://schemas.microsoft.com/office/drawing/2014/main" id="{36358FFC-FD0A-2C49-AA0F-47EC3A54E607}"/>
                  </a:ext>
                </a:extLst>
              </p:cNvPr>
              <p:cNvSpPr/>
              <p:nvPr/>
            </p:nvSpPr>
            <p:spPr>
              <a:xfrm>
                <a:off x="4190931" y="8310259"/>
                <a:ext cx="720000" cy="720000"/>
              </a:xfrm>
              <a:prstGeom prst="rect">
                <a:avLst/>
              </a:prstGeom>
              <a:solidFill>
                <a:srgbClr val="FF40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91" name="Rectangle 590">
                <a:extLst>
                  <a:ext uri="{FF2B5EF4-FFF2-40B4-BE49-F238E27FC236}">
                    <a16:creationId xmlns:a16="http://schemas.microsoft.com/office/drawing/2014/main" id="{2A6DF2E2-EEDF-9840-8EF4-B50C168A6DEB}"/>
                  </a:ext>
                </a:extLst>
              </p:cNvPr>
              <p:cNvSpPr/>
              <p:nvPr/>
            </p:nvSpPr>
            <p:spPr>
              <a:xfrm>
                <a:off x="2589123" y="9910678"/>
                <a:ext cx="720000" cy="720000"/>
              </a:xfrm>
              <a:prstGeom prst="rect">
                <a:avLst/>
              </a:prstGeom>
              <a:solidFill>
                <a:srgbClr val="FFC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92" name="Rectangle 591">
                <a:extLst>
                  <a:ext uri="{FF2B5EF4-FFF2-40B4-BE49-F238E27FC236}">
                    <a16:creationId xmlns:a16="http://schemas.microsoft.com/office/drawing/2014/main" id="{0FEC2090-B0FD-5343-ADAF-CEF40716D0B3}"/>
                  </a:ext>
                </a:extLst>
              </p:cNvPr>
              <p:cNvSpPr/>
              <p:nvPr/>
            </p:nvSpPr>
            <p:spPr>
              <a:xfrm>
                <a:off x="3309123" y="9910678"/>
                <a:ext cx="720000" cy="720000"/>
              </a:xfrm>
              <a:prstGeom prst="rect">
                <a:avLst/>
              </a:prstGeom>
              <a:solidFill>
                <a:srgbClr val="92D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93" name="Rectangle 592">
                <a:extLst>
                  <a:ext uri="{FF2B5EF4-FFF2-40B4-BE49-F238E27FC236}">
                    <a16:creationId xmlns:a16="http://schemas.microsoft.com/office/drawing/2014/main" id="{0E0CD6F2-A064-3B44-AAE2-70A6BED88C7C}"/>
                  </a:ext>
                </a:extLst>
              </p:cNvPr>
              <p:cNvSpPr/>
              <p:nvPr/>
            </p:nvSpPr>
            <p:spPr>
              <a:xfrm>
                <a:off x="2589123" y="9190679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594" name="Rectangle 593">
                <a:extLst>
                  <a:ext uri="{FF2B5EF4-FFF2-40B4-BE49-F238E27FC236}">
                    <a16:creationId xmlns:a16="http://schemas.microsoft.com/office/drawing/2014/main" id="{FC32F6D8-D19F-1349-A17B-961B6C37490E}"/>
                  </a:ext>
                </a:extLst>
              </p:cNvPr>
              <p:cNvSpPr/>
              <p:nvPr/>
            </p:nvSpPr>
            <p:spPr>
              <a:xfrm>
                <a:off x="3309123" y="9190679"/>
                <a:ext cx="720000" cy="720000"/>
              </a:xfrm>
              <a:prstGeom prst="rect">
                <a:avLst/>
              </a:prstGeom>
              <a:solidFill>
                <a:srgbClr val="00FD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95" name="Rectangle 594">
                <a:extLst>
                  <a:ext uri="{FF2B5EF4-FFF2-40B4-BE49-F238E27FC236}">
                    <a16:creationId xmlns:a16="http://schemas.microsoft.com/office/drawing/2014/main" id="{186D85C5-6914-A448-8C0D-2773BF1230EA}"/>
                  </a:ext>
                </a:extLst>
              </p:cNvPr>
              <p:cNvSpPr/>
              <p:nvPr/>
            </p:nvSpPr>
            <p:spPr>
              <a:xfrm>
                <a:off x="4909543" y="9910678"/>
                <a:ext cx="720000" cy="720000"/>
              </a:xfrm>
              <a:prstGeom prst="rect">
                <a:avLst/>
              </a:prstGeom>
              <a:solidFill>
                <a:srgbClr val="C0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 dirty="0"/>
              </a:p>
            </p:txBody>
          </p:sp>
          <p:sp>
            <p:nvSpPr>
              <p:cNvPr id="596" name="Rectangle 595">
                <a:extLst>
                  <a:ext uri="{FF2B5EF4-FFF2-40B4-BE49-F238E27FC236}">
                    <a16:creationId xmlns:a16="http://schemas.microsoft.com/office/drawing/2014/main" id="{F11BA3A9-D3F4-0044-9B73-AFEDF44870B1}"/>
                  </a:ext>
                </a:extLst>
              </p:cNvPr>
              <p:cNvSpPr/>
              <p:nvPr/>
            </p:nvSpPr>
            <p:spPr>
              <a:xfrm>
                <a:off x="4189543" y="9910678"/>
                <a:ext cx="720000" cy="720000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97" name="Rectangle 596">
                <a:extLst>
                  <a:ext uri="{FF2B5EF4-FFF2-40B4-BE49-F238E27FC236}">
                    <a16:creationId xmlns:a16="http://schemas.microsoft.com/office/drawing/2014/main" id="{5BF9EE0E-825E-B142-B1D8-EADEB8512B26}"/>
                  </a:ext>
                </a:extLst>
              </p:cNvPr>
              <p:cNvSpPr/>
              <p:nvPr/>
            </p:nvSpPr>
            <p:spPr>
              <a:xfrm>
                <a:off x="4189543" y="9190678"/>
                <a:ext cx="720000" cy="720000"/>
              </a:xfrm>
              <a:prstGeom prst="rect">
                <a:avLst/>
              </a:prstGeom>
              <a:solidFill>
                <a:schemeClr val="accent2">
                  <a:lumMod val="50000"/>
                  <a:alpha val="7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98" name="Rectangle 597">
                <a:extLst>
                  <a:ext uri="{FF2B5EF4-FFF2-40B4-BE49-F238E27FC236}">
                    <a16:creationId xmlns:a16="http://schemas.microsoft.com/office/drawing/2014/main" id="{87A0FA6A-88EE-BF4A-A8C6-E018DCE2BD43}"/>
                  </a:ext>
                </a:extLst>
              </p:cNvPr>
              <p:cNvSpPr/>
              <p:nvPr/>
            </p:nvSpPr>
            <p:spPr>
              <a:xfrm>
                <a:off x="4909543" y="9190678"/>
                <a:ext cx="720000" cy="720000"/>
              </a:xfrm>
              <a:prstGeom prst="rect">
                <a:avLst/>
              </a:prstGeom>
              <a:solidFill>
                <a:srgbClr val="FF93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599" name="Rectangle 598">
                <a:extLst>
                  <a:ext uri="{FF2B5EF4-FFF2-40B4-BE49-F238E27FC236}">
                    <a16:creationId xmlns:a16="http://schemas.microsoft.com/office/drawing/2014/main" id="{6AE19F31-9F14-7541-89D8-F927FA78C183}"/>
                  </a:ext>
                </a:extLst>
              </p:cNvPr>
              <p:cNvSpPr/>
              <p:nvPr/>
            </p:nvSpPr>
            <p:spPr>
              <a:xfrm>
                <a:off x="2589123" y="7590260"/>
                <a:ext cx="1440000" cy="1440000"/>
              </a:xfrm>
              <a:prstGeom prst="rect">
                <a:avLst/>
              </a:pr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600" name="Rectangle 599">
                <a:extLst>
                  <a:ext uri="{FF2B5EF4-FFF2-40B4-BE49-F238E27FC236}">
                    <a16:creationId xmlns:a16="http://schemas.microsoft.com/office/drawing/2014/main" id="{B7F55E8B-D87C-104F-8C47-BFF2F04CC23D}"/>
                  </a:ext>
                </a:extLst>
              </p:cNvPr>
              <p:cNvSpPr/>
              <p:nvPr/>
            </p:nvSpPr>
            <p:spPr>
              <a:xfrm>
                <a:off x="4189543" y="7590261"/>
                <a:ext cx="1440000" cy="1439999"/>
              </a:xfrm>
              <a:prstGeom prst="rect">
                <a:avLst/>
              </a:pr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601" name="Rectangle 600">
                <a:extLst>
                  <a:ext uri="{FF2B5EF4-FFF2-40B4-BE49-F238E27FC236}">
                    <a16:creationId xmlns:a16="http://schemas.microsoft.com/office/drawing/2014/main" id="{BAA9D687-718D-4F40-97A1-F1437A3CD942}"/>
                  </a:ext>
                </a:extLst>
              </p:cNvPr>
              <p:cNvSpPr/>
              <p:nvPr/>
            </p:nvSpPr>
            <p:spPr>
              <a:xfrm>
                <a:off x="2589123" y="9190679"/>
                <a:ext cx="1440000" cy="1440000"/>
              </a:xfrm>
              <a:prstGeom prst="rect">
                <a:avLst/>
              </a:pr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  <p:sp>
            <p:nvSpPr>
              <p:cNvPr id="602" name="Rectangle 601">
                <a:extLst>
                  <a:ext uri="{FF2B5EF4-FFF2-40B4-BE49-F238E27FC236}">
                    <a16:creationId xmlns:a16="http://schemas.microsoft.com/office/drawing/2014/main" id="{99EA4434-51E6-9F45-8219-07D28041BF5D}"/>
                  </a:ext>
                </a:extLst>
              </p:cNvPr>
              <p:cNvSpPr/>
              <p:nvPr/>
            </p:nvSpPr>
            <p:spPr>
              <a:xfrm>
                <a:off x="4189544" y="9190679"/>
                <a:ext cx="1440000" cy="1439999"/>
              </a:xfrm>
              <a:prstGeom prst="rect">
                <a:avLst/>
              </a:prstGeom>
              <a:noFill/>
              <a:ln w="635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3600"/>
              </a:p>
            </p:txBody>
          </p:sp>
        </p:grpSp>
        <p:sp>
          <p:nvSpPr>
            <p:cNvPr id="607" name="Rectangle 606">
              <a:extLst>
                <a:ext uri="{FF2B5EF4-FFF2-40B4-BE49-F238E27FC236}">
                  <a16:creationId xmlns:a16="http://schemas.microsoft.com/office/drawing/2014/main" id="{91241BCA-7FE6-5D44-98B3-289FF941DEA7}"/>
                </a:ext>
              </a:extLst>
            </p:cNvPr>
            <p:cNvSpPr/>
            <p:nvPr/>
          </p:nvSpPr>
          <p:spPr>
            <a:xfrm>
              <a:off x="13448678" y="5836326"/>
              <a:ext cx="1720562" cy="900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ea typeface="Cambria Math" panose="02040503050406030204" pitchFamily="18" charset="0"/>
                </a:rPr>
                <a:t>Unfold</a:t>
              </a:r>
              <a:endParaRPr lang="en-BE" sz="3600" dirty="0">
                <a:solidFill>
                  <a:schemeClr val="tx1"/>
                </a:solidFill>
                <a:ea typeface="Cambria Math" panose="02040503050406030204" pitchFamily="18" charset="0"/>
              </a:endParaRPr>
            </a:p>
          </p:txBody>
        </p:sp>
        <p:sp>
          <p:nvSpPr>
            <p:cNvPr id="610" name="Rectangle 609">
              <a:extLst>
                <a:ext uri="{FF2B5EF4-FFF2-40B4-BE49-F238E27FC236}">
                  <a16:creationId xmlns:a16="http://schemas.microsoft.com/office/drawing/2014/main" id="{705B8B03-D8FF-354D-9481-C10974DE63FB}"/>
                </a:ext>
              </a:extLst>
            </p:cNvPr>
            <p:cNvSpPr/>
            <p:nvPr/>
          </p:nvSpPr>
          <p:spPr>
            <a:xfrm>
              <a:off x="13448677" y="11455399"/>
              <a:ext cx="1720562" cy="900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  <a:ea typeface="Cambria Math" panose="02040503050406030204" pitchFamily="18" charset="0"/>
                </a:rPr>
                <a:t>Unfold</a:t>
              </a:r>
              <a:endParaRPr lang="en-BE" sz="3600" dirty="0">
                <a:solidFill>
                  <a:schemeClr val="tx1"/>
                </a:solidFill>
                <a:ea typeface="Cambria Math" panose="02040503050406030204" pitchFamily="18" charset="0"/>
              </a:endParaRPr>
            </a:p>
          </p:txBody>
        </p:sp>
        <p:cxnSp>
          <p:nvCxnSpPr>
            <p:cNvPr id="613" name="Elbow Connector 612">
              <a:extLst>
                <a:ext uri="{FF2B5EF4-FFF2-40B4-BE49-F238E27FC236}">
                  <a16:creationId xmlns:a16="http://schemas.microsoft.com/office/drawing/2014/main" id="{347DB3BA-6C1B-AB4A-868E-B7A0B7EEE5B7}"/>
                </a:ext>
              </a:extLst>
            </p:cNvPr>
            <p:cNvCxnSpPr>
              <a:cxnSpLocks/>
              <a:stCxn id="578" idx="0"/>
            </p:cNvCxnSpPr>
            <p:nvPr/>
          </p:nvCxnSpPr>
          <p:spPr>
            <a:xfrm rot="5400000" flipH="1" flipV="1">
              <a:off x="8530310" y="5695801"/>
              <a:ext cx="366522" cy="2612680"/>
            </a:xfrm>
            <a:prstGeom prst="bentConnector2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Elbow Connector 619">
              <a:extLst>
                <a:ext uri="{FF2B5EF4-FFF2-40B4-BE49-F238E27FC236}">
                  <a16:creationId xmlns:a16="http://schemas.microsoft.com/office/drawing/2014/main" id="{2894952D-9808-C744-8C2B-E138066F635F}"/>
                </a:ext>
              </a:extLst>
            </p:cNvPr>
            <p:cNvCxnSpPr>
              <a:cxnSpLocks/>
              <a:stCxn id="622" idx="2"/>
            </p:cNvCxnSpPr>
            <p:nvPr/>
          </p:nvCxnSpPr>
          <p:spPr>
            <a:xfrm rot="16200000" flipH="1">
              <a:off x="8522402" y="9932492"/>
              <a:ext cx="382336" cy="2612678"/>
            </a:xfrm>
            <a:prstGeom prst="bentConnector2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2" name="Rectangle 621">
              <a:extLst>
                <a:ext uri="{FF2B5EF4-FFF2-40B4-BE49-F238E27FC236}">
                  <a16:creationId xmlns:a16="http://schemas.microsoft.com/office/drawing/2014/main" id="{F6D421FA-9E56-444B-8992-15469F645D04}"/>
                </a:ext>
              </a:extLst>
            </p:cNvPr>
            <p:cNvSpPr/>
            <p:nvPr/>
          </p:nvSpPr>
          <p:spPr>
            <a:xfrm>
              <a:off x="6373528" y="10472339"/>
              <a:ext cx="2067405" cy="575324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BE" sz="36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641" name="Straight Arrow Connector 640">
              <a:extLst>
                <a:ext uri="{FF2B5EF4-FFF2-40B4-BE49-F238E27FC236}">
                  <a16:creationId xmlns:a16="http://schemas.microsoft.com/office/drawing/2014/main" id="{212AA0FC-B195-D347-BADA-4A2A9D7DD10F}"/>
                </a:ext>
              </a:extLst>
            </p:cNvPr>
            <p:cNvCxnSpPr/>
            <p:nvPr/>
          </p:nvCxnSpPr>
          <p:spPr>
            <a:xfrm>
              <a:off x="13602240" y="6818880"/>
              <a:ext cx="1548000" cy="0"/>
            </a:xfrm>
            <a:prstGeom prst="straightConnector1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Arrow Connector 644">
              <a:extLst>
                <a:ext uri="{FF2B5EF4-FFF2-40B4-BE49-F238E27FC236}">
                  <a16:creationId xmlns:a16="http://schemas.microsoft.com/office/drawing/2014/main" id="{0EC15724-3960-FD4C-B7E0-9BB73630F6CA}"/>
                </a:ext>
              </a:extLst>
            </p:cNvPr>
            <p:cNvCxnSpPr>
              <a:cxnSpLocks/>
            </p:cNvCxnSpPr>
            <p:nvPr/>
          </p:nvCxnSpPr>
          <p:spPr>
            <a:xfrm>
              <a:off x="13602240" y="11429999"/>
              <a:ext cx="1548000" cy="0"/>
            </a:xfrm>
            <a:prstGeom prst="straightConnector1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Elbow Connector 646">
              <a:extLst>
                <a:ext uri="{FF2B5EF4-FFF2-40B4-BE49-F238E27FC236}">
                  <a16:creationId xmlns:a16="http://schemas.microsoft.com/office/drawing/2014/main" id="{54A0911F-D52E-8D4D-9BD8-65C4B8358FB9}"/>
                </a:ext>
              </a:extLst>
            </p:cNvPr>
            <p:cNvCxnSpPr>
              <a:cxnSpLocks/>
              <a:stCxn id="662" idx="3"/>
              <a:endCxn id="654" idx="2"/>
            </p:cNvCxnSpPr>
            <p:nvPr/>
          </p:nvCxnSpPr>
          <p:spPr>
            <a:xfrm flipV="1">
              <a:off x="18599921" y="10568642"/>
              <a:ext cx="554491" cy="933660"/>
            </a:xfrm>
            <a:prstGeom prst="bentConnector2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4" name="Rectangle 653">
              <a:extLst>
                <a:ext uri="{FF2B5EF4-FFF2-40B4-BE49-F238E27FC236}">
                  <a16:creationId xmlns:a16="http://schemas.microsoft.com/office/drawing/2014/main" id="{61028E5F-042B-0644-BCD6-30E279B1502B}"/>
                </a:ext>
              </a:extLst>
            </p:cNvPr>
            <p:cNvSpPr/>
            <p:nvPr/>
          </p:nvSpPr>
          <p:spPr>
            <a:xfrm>
              <a:off x="18794412" y="7868642"/>
              <a:ext cx="720000" cy="2700000"/>
            </a:xfrm>
            <a:prstGeom prst="rect">
              <a:avLst/>
            </a:prstGeom>
            <a:solidFill>
              <a:schemeClr val="bg1"/>
            </a:solidFill>
            <a:ln w="635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0" tIns="0" rIns="0" bIns="0" rtlCol="0" anchor="ctr"/>
            <a:lstStyle/>
            <a:p>
              <a:pPr algn="ctr"/>
              <a:r>
                <a:rPr lang="en-US" sz="3600" dirty="0">
                  <a:solidFill>
                    <a:schemeClr val="tx1"/>
                  </a:solidFill>
                </a:rPr>
                <a:t>Concatenate</a:t>
              </a:r>
            </a:p>
          </p:txBody>
        </p:sp>
        <p:cxnSp>
          <p:nvCxnSpPr>
            <p:cNvPr id="658" name="Elbow Connector 657">
              <a:extLst>
                <a:ext uri="{FF2B5EF4-FFF2-40B4-BE49-F238E27FC236}">
                  <a16:creationId xmlns:a16="http://schemas.microsoft.com/office/drawing/2014/main" id="{AB896D54-A72C-D94E-9F66-31863DD0FC49}"/>
                </a:ext>
              </a:extLst>
            </p:cNvPr>
            <p:cNvCxnSpPr>
              <a:cxnSpLocks/>
              <a:stCxn id="660" idx="3"/>
              <a:endCxn id="654" idx="0"/>
            </p:cNvCxnSpPr>
            <p:nvPr/>
          </p:nvCxnSpPr>
          <p:spPr>
            <a:xfrm>
              <a:off x="18567400" y="6818880"/>
              <a:ext cx="587012" cy="1049762"/>
            </a:xfrm>
            <a:prstGeom prst="bentConnector2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0" name="Rectangle 659">
              <a:extLst>
                <a:ext uri="{FF2B5EF4-FFF2-40B4-BE49-F238E27FC236}">
                  <a16:creationId xmlns:a16="http://schemas.microsoft.com/office/drawing/2014/main" id="{94ED2DC9-9E6B-AA46-974A-9D776E9CB4F2}"/>
                </a:ext>
              </a:extLst>
            </p:cNvPr>
            <p:cNvSpPr/>
            <p:nvPr/>
          </p:nvSpPr>
          <p:spPr>
            <a:xfrm>
              <a:off x="18291475" y="6160777"/>
              <a:ext cx="275925" cy="1316206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BE" sz="36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sp>
          <p:nvSpPr>
            <p:cNvPr id="662" name="Rectangle 661">
              <a:extLst>
                <a:ext uri="{FF2B5EF4-FFF2-40B4-BE49-F238E27FC236}">
                  <a16:creationId xmlns:a16="http://schemas.microsoft.com/office/drawing/2014/main" id="{B284A885-3D45-6A46-B9C1-606F305940B9}"/>
                </a:ext>
              </a:extLst>
            </p:cNvPr>
            <p:cNvSpPr/>
            <p:nvPr/>
          </p:nvSpPr>
          <p:spPr>
            <a:xfrm>
              <a:off x="18323996" y="10844199"/>
              <a:ext cx="275925" cy="1316206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BE" sz="3600" i="1" dirty="0">
                <a:solidFill>
                  <a:schemeClr val="tx1"/>
                </a:solidFill>
                <a:latin typeface="Cambria Math" panose="02040503050406030204" pitchFamily="18" charset="0"/>
                <a:ea typeface="Cambria Math" panose="02040503050406030204" pitchFamily="18" charset="0"/>
              </a:endParaRPr>
            </a:p>
          </p:txBody>
        </p:sp>
        <p:cxnSp>
          <p:nvCxnSpPr>
            <p:cNvPr id="675" name="Straight Arrow Connector 674">
              <a:extLst>
                <a:ext uri="{FF2B5EF4-FFF2-40B4-BE49-F238E27FC236}">
                  <a16:creationId xmlns:a16="http://schemas.microsoft.com/office/drawing/2014/main" id="{50B729DD-D434-C74A-9E42-F091BD514B5E}"/>
                </a:ext>
              </a:extLst>
            </p:cNvPr>
            <p:cNvCxnSpPr>
              <a:cxnSpLocks/>
              <a:stCxn id="654" idx="3"/>
            </p:cNvCxnSpPr>
            <p:nvPr/>
          </p:nvCxnSpPr>
          <p:spPr>
            <a:xfrm>
              <a:off x="19514412" y="9218642"/>
              <a:ext cx="864000" cy="0"/>
            </a:xfrm>
            <a:prstGeom prst="straightConnector1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5639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EF90164-96C6-1A42-A220-F77FD8E8D202}"/>
              </a:ext>
            </a:extLst>
          </p:cNvPr>
          <p:cNvGrpSpPr/>
          <p:nvPr/>
        </p:nvGrpSpPr>
        <p:grpSpPr>
          <a:xfrm>
            <a:off x="13815667" y="8353074"/>
            <a:ext cx="3202229" cy="3200841"/>
            <a:chOff x="6784861" y="10195322"/>
            <a:chExt cx="3202229" cy="320084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3980847-CBB1-AF43-AC27-3E2BEBC88DD8}"/>
                </a:ext>
              </a:extLst>
            </p:cNvPr>
            <p:cNvSpPr/>
            <p:nvPr/>
          </p:nvSpPr>
          <p:spPr>
            <a:xfrm>
              <a:off x="7665282" y="11075744"/>
              <a:ext cx="720000" cy="720000"/>
            </a:xfrm>
            <a:prstGeom prst="rect">
              <a:avLst/>
            </a:prstGeom>
            <a:solidFill>
              <a:srgbClr val="7030A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129890A-2A69-444A-AA2B-B89F8C1D137C}"/>
                </a:ext>
              </a:extLst>
            </p:cNvPr>
            <p:cNvSpPr/>
            <p:nvPr/>
          </p:nvSpPr>
          <p:spPr>
            <a:xfrm>
              <a:off x="8385282" y="11075744"/>
              <a:ext cx="720000" cy="720000"/>
            </a:xfrm>
            <a:prstGeom prst="rect">
              <a:avLst/>
            </a:prstGeom>
            <a:solidFill>
              <a:srgbClr val="FF000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2A6C0F7-F98F-4541-B690-363CEAE038D9}"/>
                </a:ext>
              </a:extLst>
            </p:cNvPr>
            <p:cNvSpPr/>
            <p:nvPr/>
          </p:nvSpPr>
          <p:spPr>
            <a:xfrm>
              <a:off x="7665282" y="11795744"/>
              <a:ext cx="720000" cy="720000"/>
            </a:xfrm>
            <a:prstGeom prst="rect">
              <a:avLst/>
            </a:prstGeom>
            <a:solidFill>
              <a:srgbClr val="0070C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2F3F3AE-FBB5-314E-9504-61CA156387D5}"/>
                </a:ext>
              </a:extLst>
            </p:cNvPr>
            <p:cNvSpPr/>
            <p:nvPr/>
          </p:nvSpPr>
          <p:spPr>
            <a:xfrm>
              <a:off x="8385282" y="11795744"/>
              <a:ext cx="720000" cy="720000"/>
            </a:xfrm>
            <a:prstGeom prst="rect">
              <a:avLst/>
            </a:prstGeom>
            <a:solidFill>
              <a:srgbClr val="AB7942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4F8CE2D-E0C8-CF45-AB68-A8026038D017}"/>
                </a:ext>
              </a:extLst>
            </p:cNvPr>
            <p:cNvSpPr/>
            <p:nvPr/>
          </p:nvSpPr>
          <p:spPr>
            <a:xfrm>
              <a:off x="6784861" y="11075743"/>
              <a:ext cx="720000" cy="720000"/>
            </a:xfrm>
            <a:prstGeom prst="rect">
              <a:avLst/>
            </a:prstGeom>
            <a:solidFill>
              <a:srgbClr val="00206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ABB76F0-0682-7249-AAF8-82B9A64E87B4}"/>
                </a:ext>
              </a:extLst>
            </p:cNvPr>
            <p:cNvSpPr/>
            <p:nvPr/>
          </p:nvSpPr>
          <p:spPr>
            <a:xfrm>
              <a:off x="6784861" y="11795743"/>
              <a:ext cx="720000" cy="720000"/>
            </a:xfrm>
            <a:prstGeom prst="rect">
              <a:avLst/>
            </a:prstGeom>
            <a:solidFill>
              <a:srgbClr val="00B05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7F2E0EC-5580-3843-8222-9D61D07EEE9F}"/>
                </a:ext>
              </a:extLst>
            </p:cNvPr>
            <p:cNvSpPr/>
            <p:nvPr/>
          </p:nvSpPr>
          <p:spPr>
            <a:xfrm>
              <a:off x="9267090" y="11075743"/>
              <a:ext cx="720000" cy="720000"/>
            </a:xfrm>
            <a:prstGeom prst="rect">
              <a:avLst/>
            </a:prstGeom>
            <a:solidFill>
              <a:srgbClr val="FFFF0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A4CEC96B-EF78-6F48-971F-87310610BF49}"/>
                </a:ext>
              </a:extLst>
            </p:cNvPr>
            <p:cNvSpPr/>
            <p:nvPr/>
          </p:nvSpPr>
          <p:spPr>
            <a:xfrm>
              <a:off x="9267090" y="11795743"/>
              <a:ext cx="720000" cy="720000"/>
            </a:xfrm>
            <a:prstGeom prst="rect">
              <a:avLst/>
            </a:prstGeom>
            <a:solidFill>
              <a:srgbClr val="FF40FF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C61EAF0-6A63-5540-A5FE-1C8DA02540DC}"/>
                </a:ext>
              </a:extLst>
            </p:cNvPr>
            <p:cNvSpPr/>
            <p:nvPr/>
          </p:nvSpPr>
          <p:spPr>
            <a:xfrm>
              <a:off x="7665282" y="10195324"/>
              <a:ext cx="720000" cy="720000"/>
            </a:xfrm>
            <a:prstGeom prst="rect">
              <a:avLst/>
            </a:prstGeom>
            <a:solidFill>
              <a:srgbClr val="FFC00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2F05E60-AE84-E047-A4E5-DB754F13C7FF}"/>
                </a:ext>
              </a:extLst>
            </p:cNvPr>
            <p:cNvSpPr/>
            <p:nvPr/>
          </p:nvSpPr>
          <p:spPr>
            <a:xfrm>
              <a:off x="8385282" y="10195324"/>
              <a:ext cx="720000" cy="720000"/>
            </a:xfrm>
            <a:prstGeom prst="rect">
              <a:avLst/>
            </a:prstGeom>
            <a:solidFill>
              <a:srgbClr val="92D05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CBD1E88-4F9F-E742-BCAF-4C30B2005EE9}"/>
                </a:ext>
              </a:extLst>
            </p:cNvPr>
            <p:cNvSpPr/>
            <p:nvPr/>
          </p:nvSpPr>
          <p:spPr>
            <a:xfrm>
              <a:off x="7665282" y="12676163"/>
              <a:ext cx="720000" cy="720000"/>
            </a:xfrm>
            <a:prstGeom prst="rect">
              <a:avLst/>
            </a:prstGeom>
            <a:solidFill>
              <a:schemeClr val="tx1">
                <a:alpha val="60000"/>
              </a:scheme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AA690B7-CDBA-9F43-80B0-81BA9699DBC1}"/>
                </a:ext>
              </a:extLst>
            </p:cNvPr>
            <p:cNvSpPr/>
            <p:nvPr/>
          </p:nvSpPr>
          <p:spPr>
            <a:xfrm>
              <a:off x="8385282" y="12676163"/>
              <a:ext cx="720000" cy="720000"/>
            </a:xfrm>
            <a:prstGeom prst="rect">
              <a:avLst/>
            </a:prstGeom>
            <a:solidFill>
              <a:srgbClr val="00FDFF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9614AA6-78B8-514A-87D8-1DF00386F609}"/>
                </a:ext>
              </a:extLst>
            </p:cNvPr>
            <p:cNvSpPr/>
            <p:nvPr/>
          </p:nvSpPr>
          <p:spPr>
            <a:xfrm>
              <a:off x="6784861" y="10195323"/>
              <a:ext cx="720000" cy="720000"/>
            </a:xfrm>
            <a:prstGeom prst="rect">
              <a:avLst/>
            </a:prstGeom>
            <a:solidFill>
              <a:srgbClr val="C0000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8A7A73F-9A33-D248-989C-730343740B67}"/>
                </a:ext>
              </a:extLst>
            </p:cNvPr>
            <p:cNvSpPr/>
            <p:nvPr/>
          </p:nvSpPr>
          <p:spPr>
            <a:xfrm>
              <a:off x="9265702" y="10195322"/>
              <a:ext cx="720000" cy="720000"/>
            </a:xfrm>
            <a:prstGeom prst="rect">
              <a:avLst/>
            </a:prstGeom>
            <a:solidFill>
              <a:srgbClr val="00B0F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0F0AB96-E14A-574D-B1B6-F0A2AAC01A4D}"/>
                </a:ext>
              </a:extLst>
            </p:cNvPr>
            <p:cNvSpPr/>
            <p:nvPr/>
          </p:nvSpPr>
          <p:spPr>
            <a:xfrm>
              <a:off x="9265702" y="12676162"/>
              <a:ext cx="720000" cy="720000"/>
            </a:xfrm>
            <a:prstGeom prst="rect">
              <a:avLst/>
            </a:prstGeom>
            <a:solidFill>
              <a:schemeClr val="accent2">
                <a:lumMod val="50000"/>
                <a:alpha val="75000"/>
              </a:scheme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F62B191-F70D-F34C-B408-C470C06E7883}"/>
                </a:ext>
              </a:extLst>
            </p:cNvPr>
            <p:cNvSpPr/>
            <p:nvPr/>
          </p:nvSpPr>
          <p:spPr>
            <a:xfrm>
              <a:off x="6784861" y="12676162"/>
              <a:ext cx="720000" cy="720000"/>
            </a:xfrm>
            <a:prstGeom prst="rect">
              <a:avLst/>
            </a:prstGeom>
            <a:solidFill>
              <a:srgbClr val="FF930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F461706-69BF-1641-85D5-FDB3E6CF6AE6}"/>
                </a:ext>
              </a:extLst>
            </p:cNvPr>
            <p:cNvSpPr/>
            <p:nvPr/>
          </p:nvSpPr>
          <p:spPr>
            <a:xfrm>
              <a:off x="7665282" y="11075744"/>
              <a:ext cx="1440000" cy="1440000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7AD2118-FC52-DA46-9E27-54D83C4FA1BA}"/>
                </a:ext>
              </a:extLst>
            </p:cNvPr>
            <p:cNvSpPr/>
            <p:nvPr/>
          </p:nvSpPr>
          <p:spPr>
            <a:xfrm>
              <a:off x="9265702" y="11075745"/>
              <a:ext cx="720000" cy="1439999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C0B3AFB-E054-FD41-B7EB-D4E0EBD6681B}"/>
                </a:ext>
              </a:extLst>
            </p:cNvPr>
            <p:cNvSpPr/>
            <p:nvPr/>
          </p:nvSpPr>
          <p:spPr>
            <a:xfrm>
              <a:off x="6784862" y="11075744"/>
              <a:ext cx="720000" cy="1440000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D2E2DAB-A405-9F4B-9804-E4E321039291}"/>
                </a:ext>
              </a:extLst>
            </p:cNvPr>
            <p:cNvSpPr/>
            <p:nvPr/>
          </p:nvSpPr>
          <p:spPr>
            <a:xfrm>
              <a:off x="7665282" y="10195325"/>
              <a:ext cx="1440000" cy="720000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8F0F550-FD16-7E42-9CF9-30768399754D}"/>
                </a:ext>
              </a:extLst>
            </p:cNvPr>
            <p:cNvSpPr/>
            <p:nvPr/>
          </p:nvSpPr>
          <p:spPr>
            <a:xfrm>
              <a:off x="7665282" y="12676163"/>
              <a:ext cx="1440000" cy="720000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AC34D8C-3546-3941-BFC1-FF36663F55C2}"/>
                </a:ext>
              </a:extLst>
            </p:cNvPr>
            <p:cNvSpPr/>
            <p:nvPr/>
          </p:nvSpPr>
          <p:spPr>
            <a:xfrm>
              <a:off x="9265703" y="12676163"/>
              <a:ext cx="720000" cy="720000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6F1F9FC-B166-8241-BAE3-4325BC437307}"/>
                </a:ext>
              </a:extLst>
            </p:cNvPr>
            <p:cNvSpPr/>
            <p:nvPr/>
          </p:nvSpPr>
          <p:spPr>
            <a:xfrm>
              <a:off x="9265702" y="10195323"/>
              <a:ext cx="720000" cy="720001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CEAB1EF5-802A-A54D-9EF3-DF1841375B3F}"/>
                </a:ext>
              </a:extLst>
            </p:cNvPr>
            <p:cNvSpPr/>
            <p:nvPr/>
          </p:nvSpPr>
          <p:spPr>
            <a:xfrm>
              <a:off x="6784862" y="10195324"/>
              <a:ext cx="720000" cy="720000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D9818664-3CD3-9F48-8A2C-7C196414D14C}"/>
                </a:ext>
              </a:extLst>
            </p:cNvPr>
            <p:cNvSpPr/>
            <p:nvPr/>
          </p:nvSpPr>
          <p:spPr>
            <a:xfrm>
              <a:off x="6784862" y="12676163"/>
              <a:ext cx="719999" cy="720000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8039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18B15A9-BBE4-B84E-A938-93106E86B4A6}"/>
              </a:ext>
            </a:extLst>
          </p:cNvPr>
          <p:cNvGrpSpPr/>
          <p:nvPr/>
        </p:nvGrpSpPr>
        <p:grpSpPr>
          <a:xfrm>
            <a:off x="4180114" y="4669970"/>
            <a:ext cx="30899070" cy="12009835"/>
            <a:chOff x="4180114" y="4669970"/>
            <a:chExt cx="30899070" cy="1200983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202D41B5-DDB5-2F42-A03F-3DC90E73C907}"/>
                </a:ext>
              </a:extLst>
            </p:cNvPr>
            <p:cNvSpPr/>
            <p:nvPr/>
          </p:nvSpPr>
          <p:spPr>
            <a:xfrm>
              <a:off x="9416639" y="4669970"/>
              <a:ext cx="14199131" cy="6368143"/>
            </a:xfrm>
            <a:prstGeom prst="roundRect">
              <a:avLst>
                <a:gd name="adj" fmla="val 4581"/>
              </a:avLst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41" name="Group 740">
              <a:extLst>
                <a:ext uri="{FF2B5EF4-FFF2-40B4-BE49-F238E27FC236}">
                  <a16:creationId xmlns:a16="http://schemas.microsoft.com/office/drawing/2014/main" id="{21CBE74D-B4F7-F840-87CA-226F04EB716D}"/>
                </a:ext>
              </a:extLst>
            </p:cNvPr>
            <p:cNvGrpSpPr/>
            <p:nvPr/>
          </p:nvGrpSpPr>
          <p:grpSpPr>
            <a:xfrm>
              <a:off x="9712458" y="6343303"/>
              <a:ext cx="4181843" cy="10336502"/>
              <a:chOff x="9614487" y="6343303"/>
              <a:chExt cx="4181843" cy="10336502"/>
            </a:xfrm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51BFA090-6343-164C-9302-D47F8D57C3A5}"/>
                  </a:ext>
                </a:extLst>
              </p:cNvPr>
              <p:cNvGrpSpPr/>
              <p:nvPr/>
            </p:nvGrpSpPr>
            <p:grpSpPr>
              <a:xfrm>
                <a:off x="9614487" y="6343303"/>
                <a:ext cx="4181843" cy="4164970"/>
                <a:chOff x="14318325" y="4371936"/>
                <a:chExt cx="6491740" cy="6465547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AA2B5349-F270-1242-B19D-3A84BA119035}"/>
                    </a:ext>
                  </a:extLst>
                </p:cNvPr>
                <p:cNvGrpSpPr/>
                <p:nvPr/>
              </p:nvGrpSpPr>
              <p:grpSpPr>
                <a:xfrm>
                  <a:off x="17663865" y="7700014"/>
                  <a:ext cx="3146200" cy="3137469"/>
                  <a:chOff x="17663865" y="7700014"/>
                  <a:chExt cx="3146200" cy="3137469"/>
                </a:xfrm>
              </p:grpSpPr>
              <p:sp>
                <p:nvSpPr>
                  <p:cNvPr id="365" name="Cube 364">
                    <a:extLst>
                      <a:ext uri="{FF2B5EF4-FFF2-40B4-BE49-F238E27FC236}">
                        <a16:creationId xmlns:a16="http://schemas.microsoft.com/office/drawing/2014/main" id="{39F8297A-5E15-E64D-9596-E711996820A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9010065" y="9037483"/>
                    <a:ext cx="1800000" cy="1800000"/>
                  </a:xfrm>
                  <a:prstGeom prst="cube">
                    <a:avLst/>
                  </a:prstGeom>
                  <a:solidFill>
                    <a:srgbClr val="A46E4F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66" name="Cube 365">
                    <a:extLst>
                      <a:ext uri="{FF2B5EF4-FFF2-40B4-BE49-F238E27FC236}">
                        <a16:creationId xmlns:a16="http://schemas.microsoft.com/office/drawing/2014/main" id="{122CD293-3AAB-8F45-B54D-595201CEC096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7663865" y="9037483"/>
                    <a:ext cx="1800000" cy="1800000"/>
                  </a:xfrm>
                  <a:prstGeom prst="cube">
                    <a:avLst/>
                  </a:prstGeom>
                  <a:solidFill>
                    <a:srgbClr val="6FFEFF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61" name="Cube 360">
                    <a:extLst>
                      <a:ext uri="{FF2B5EF4-FFF2-40B4-BE49-F238E27FC236}">
                        <a16:creationId xmlns:a16="http://schemas.microsoft.com/office/drawing/2014/main" id="{AA02FAC4-16E8-DA44-8379-2170CE9B67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9010065" y="7700014"/>
                    <a:ext cx="1800000" cy="1800000"/>
                  </a:xfrm>
                  <a:prstGeom prst="cube">
                    <a:avLst/>
                  </a:prstGeom>
                  <a:solidFill>
                    <a:srgbClr val="FF75FF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62" name="Cube 361">
                    <a:extLst>
                      <a:ext uri="{FF2B5EF4-FFF2-40B4-BE49-F238E27FC236}">
                        <a16:creationId xmlns:a16="http://schemas.microsoft.com/office/drawing/2014/main" id="{6061F21E-39C7-C946-B7F6-0440EE692D0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7663865" y="7700014"/>
                    <a:ext cx="1800000" cy="1800000"/>
                  </a:xfrm>
                  <a:prstGeom prst="cube">
                    <a:avLst/>
                  </a:prstGeom>
                  <a:solidFill>
                    <a:srgbClr val="C19C72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E83A158F-A223-B544-AEF0-BFB559B74ADE}"/>
                    </a:ext>
                  </a:extLst>
                </p:cNvPr>
                <p:cNvGrpSpPr/>
                <p:nvPr/>
              </p:nvGrpSpPr>
              <p:grpSpPr>
                <a:xfrm>
                  <a:off x="14318325" y="7700014"/>
                  <a:ext cx="3146200" cy="3137469"/>
                  <a:chOff x="14318325" y="7700014"/>
                  <a:chExt cx="3146200" cy="3137469"/>
                </a:xfrm>
              </p:grpSpPr>
              <p:sp>
                <p:nvSpPr>
                  <p:cNvPr id="367" name="Cube 366">
                    <a:extLst>
                      <a:ext uri="{FF2B5EF4-FFF2-40B4-BE49-F238E27FC236}">
                        <a16:creationId xmlns:a16="http://schemas.microsoft.com/office/drawing/2014/main" id="{040ED61B-3511-3648-9F1E-2310FA0815A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5664525" y="9037483"/>
                    <a:ext cx="1800000" cy="1800000"/>
                  </a:xfrm>
                  <a:prstGeom prst="cube">
                    <a:avLst/>
                  </a:prstGeom>
                  <a:solidFill>
                    <a:srgbClr val="676767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68" name="Cube 367">
                    <a:extLst>
                      <a:ext uri="{FF2B5EF4-FFF2-40B4-BE49-F238E27FC236}">
                        <a16:creationId xmlns:a16="http://schemas.microsoft.com/office/drawing/2014/main" id="{3505A62C-7CD8-BE4E-89F5-57CB74A09C8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4318325" y="9037483"/>
                    <a:ext cx="1800000" cy="1800000"/>
                  </a:xfrm>
                  <a:prstGeom prst="cube">
                    <a:avLst/>
                  </a:prstGeom>
                  <a:solidFill>
                    <a:srgbClr val="FFAF5A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63" name="Cube 362">
                    <a:extLst>
                      <a:ext uri="{FF2B5EF4-FFF2-40B4-BE49-F238E27FC236}">
                        <a16:creationId xmlns:a16="http://schemas.microsoft.com/office/drawing/2014/main" id="{D3A2279E-E2A6-704E-8566-7AC48907391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5664525" y="7700014"/>
                    <a:ext cx="1800000" cy="1800000"/>
                  </a:xfrm>
                  <a:prstGeom prst="cube">
                    <a:avLst/>
                  </a:prstGeom>
                  <a:solidFill>
                    <a:srgbClr val="5396D2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64" name="Cube 363">
                    <a:extLst>
                      <a:ext uri="{FF2B5EF4-FFF2-40B4-BE49-F238E27FC236}">
                        <a16:creationId xmlns:a16="http://schemas.microsoft.com/office/drawing/2014/main" id="{EDD91161-BF10-ED44-87BE-5003885EB4B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4318325" y="7700014"/>
                    <a:ext cx="1800000" cy="1800000"/>
                  </a:xfrm>
                  <a:prstGeom prst="cube">
                    <a:avLst/>
                  </a:prstGeom>
                  <a:solidFill>
                    <a:srgbClr val="62C47E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  <p:grpSp>
              <p:nvGrpSpPr>
                <p:cNvPr id="16" name="Group 15">
                  <a:extLst>
                    <a:ext uri="{FF2B5EF4-FFF2-40B4-BE49-F238E27FC236}">
                      <a16:creationId xmlns:a16="http://schemas.microsoft.com/office/drawing/2014/main" id="{B6025E76-1FA0-4E49-B147-84EDD545AA28}"/>
                    </a:ext>
                  </a:extLst>
                </p:cNvPr>
                <p:cNvGrpSpPr/>
                <p:nvPr/>
              </p:nvGrpSpPr>
              <p:grpSpPr>
                <a:xfrm>
                  <a:off x="17663865" y="4371936"/>
                  <a:ext cx="3146200" cy="3137469"/>
                  <a:chOff x="17663865" y="4371936"/>
                  <a:chExt cx="3146200" cy="3137469"/>
                </a:xfrm>
              </p:grpSpPr>
              <p:sp>
                <p:nvSpPr>
                  <p:cNvPr id="357" name="Cube 356">
                    <a:extLst>
                      <a:ext uri="{FF2B5EF4-FFF2-40B4-BE49-F238E27FC236}">
                        <a16:creationId xmlns:a16="http://schemas.microsoft.com/office/drawing/2014/main" id="{1AC28E77-E437-E341-A705-29038791B5A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9010065" y="5709405"/>
                    <a:ext cx="1800000" cy="1800000"/>
                  </a:xfrm>
                  <a:prstGeom prst="cube">
                    <a:avLst/>
                  </a:prstGeom>
                  <a:solidFill>
                    <a:srgbClr val="FFFF67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58" name="Cube 357">
                    <a:extLst>
                      <a:ext uri="{FF2B5EF4-FFF2-40B4-BE49-F238E27FC236}">
                        <a16:creationId xmlns:a16="http://schemas.microsoft.com/office/drawing/2014/main" id="{371E559E-2A78-FE41-B7A8-709AD723AFC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7663865" y="5709405"/>
                    <a:ext cx="1800000" cy="1800000"/>
                  </a:xfrm>
                  <a:prstGeom prst="cube">
                    <a:avLst/>
                  </a:prstGeom>
                  <a:solidFill>
                    <a:srgbClr val="FF5A53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53" name="Cube 352">
                    <a:extLst>
                      <a:ext uri="{FF2B5EF4-FFF2-40B4-BE49-F238E27FC236}">
                        <a16:creationId xmlns:a16="http://schemas.microsoft.com/office/drawing/2014/main" id="{27D69E31-0B0F-EE4A-9194-17C08D0378E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9010065" y="4371936"/>
                    <a:ext cx="1800000" cy="1800000"/>
                  </a:xfrm>
                  <a:prstGeom prst="cube">
                    <a:avLst/>
                  </a:prstGeom>
                  <a:solidFill>
                    <a:srgbClr val="61C4F5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54" name="Cube 353">
                    <a:extLst>
                      <a:ext uri="{FF2B5EF4-FFF2-40B4-BE49-F238E27FC236}">
                        <a16:creationId xmlns:a16="http://schemas.microsoft.com/office/drawing/2014/main" id="{670C6EF7-E978-F243-8C3C-81FC70DD981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7663865" y="4371936"/>
                    <a:ext cx="1800000" cy="1800000"/>
                  </a:xfrm>
                  <a:prstGeom prst="cube">
                    <a:avLst/>
                  </a:prstGeom>
                  <a:solidFill>
                    <a:srgbClr val="AFDE81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88779B31-FC1A-8F43-BD4A-54C9AB605B31}"/>
                    </a:ext>
                  </a:extLst>
                </p:cNvPr>
                <p:cNvGrpSpPr/>
                <p:nvPr/>
              </p:nvGrpSpPr>
              <p:grpSpPr>
                <a:xfrm>
                  <a:off x="14318325" y="4371936"/>
                  <a:ext cx="3146200" cy="3137469"/>
                  <a:chOff x="14318325" y="4371936"/>
                  <a:chExt cx="3146200" cy="3137469"/>
                </a:xfrm>
              </p:grpSpPr>
              <p:sp>
                <p:nvSpPr>
                  <p:cNvPr id="359" name="Cube 358">
                    <a:extLst>
                      <a:ext uri="{FF2B5EF4-FFF2-40B4-BE49-F238E27FC236}">
                        <a16:creationId xmlns:a16="http://schemas.microsoft.com/office/drawing/2014/main" id="{D694B597-B1A7-CA4A-9D31-250A1B283A6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5664525" y="5709405"/>
                    <a:ext cx="1800000" cy="1800000"/>
                  </a:xfrm>
                  <a:prstGeom prst="cube">
                    <a:avLst/>
                  </a:prstGeom>
                  <a:solidFill>
                    <a:srgbClr val="9565BA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60" name="Cube 359">
                    <a:extLst>
                      <a:ext uri="{FF2B5EF4-FFF2-40B4-BE49-F238E27FC236}">
                        <a16:creationId xmlns:a16="http://schemas.microsoft.com/office/drawing/2014/main" id="{DFE710FE-198E-1741-9AD5-77A16E9F5F0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4318325" y="5709405"/>
                    <a:ext cx="1800000" cy="1800000"/>
                  </a:xfrm>
                  <a:prstGeom prst="cube">
                    <a:avLst/>
                  </a:prstGeom>
                  <a:solidFill>
                    <a:srgbClr val="415889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55" name="Cube 354">
                    <a:extLst>
                      <a:ext uri="{FF2B5EF4-FFF2-40B4-BE49-F238E27FC236}">
                        <a16:creationId xmlns:a16="http://schemas.microsoft.com/office/drawing/2014/main" id="{AD7961DF-E7B7-7047-A484-4C1A0FCD900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5664525" y="4371936"/>
                    <a:ext cx="1800000" cy="1800000"/>
                  </a:xfrm>
                  <a:prstGeom prst="cube">
                    <a:avLst/>
                  </a:prstGeom>
                  <a:solidFill>
                    <a:srgbClr val="FFD05E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56" name="Cube 355">
                    <a:extLst>
                      <a:ext uri="{FF2B5EF4-FFF2-40B4-BE49-F238E27FC236}">
                        <a16:creationId xmlns:a16="http://schemas.microsoft.com/office/drawing/2014/main" id="{C58317F1-8BF5-5A42-9AEA-FAA72ACDF73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4318325" y="4371936"/>
                    <a:ext cx="1800000" cy="1800000"/>
                  </a:xfrm>
                  <a:prstGeom prst="cube">
                    <a:avLst/>
                  </a:prstGeom>
                  <a:solidFill>
                    <a:srgbClr val="D3544E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D7C0605-3F1C-9949-A363-C310D423F29A}"/>
                  </a:ext>
                </a:extLst>
              </p:cNvPr>
              <p:cNvGrpSpPr/>
              <p:nvPr/>
            </p:nvGrpSpPr>
            <p:grpSpPr>
              <a:xfrm>
                <a:off x="9614487" y="12514835"/>
                <a:ext cx="4181843" cy="4164970"/>
                <a:chOff x="14318325" y="12434368"/>
                <a:chExt cx="6491740" cy="6465547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5309BC5-BF4F-D34F-B450-9267FBD55FB8}"/>
                    </a:ext>
                  </a:extLst>
                </p:cNvPr>
                <p:cNvGrpSpPr/>
                <p:nvPr/>
              </p:nvGrpSpPr>
              <p:grpSpPr>
                <a:xfrm>
                  <a:off x="14318325" y="12434368"/>
                  <a:ext cx="3146200" cy="3137469"/>
                  <a:chOff x="14318325" y="12451426"/>
                  <a:chExt cx="3146200" cy="3137469"/>
                </a:xfrm>
              </p:grpSpPr>
              <p:sp>
                <p:nvSpPr>
                  <p:cNvPr id="370" name="Cube 369">
                    <a:extLst>
                      <a:ext uri="{FF2B5EF4-FFF2-40B4-BE49-F238E27FC236}">
                        <a16:creationId xmlns:a16="http://schemas.microsoft.com/office/drawing/2014/main" id="{3733B514-F632-754A-ABA2-E7AC485FFFA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5664525" y="13788895"/>
                    <a:ext cx="1800000" cy="1800000"/>
                  </a:xfrm>
                  <a:prstGeom prst="cube">
                    <a:avLst/>
                  </a:prstGeom>
                  <a:solidFill>
                    <a:srgbClr val="C19C72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71" name="Cube 370">
                    <a:extLst>
                      <a:ext uri="{FF2B5EF4-FFF2-40B4-BE49-F238E27FC236}">
                        <a16:creationId xmlns:a16="http://schemas.microsoft.com/office/drawing/2014/main" id="{3E8DDFC9-B8E7-B040-80BC-294070F06E5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4318325" y="13788895"/>
                    <a:ext cx="1800000" cy="1800000"/>
                  </a:xfrm>
                  <a:prstGeom prst="cube">
                    <a:avLst/>
                  </a:prstGeom>
                  <a:solidFill>
                    <a:srgbClr val="5396D2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72" name="Cube 371">
                    <a:extLst>
                      <a:ext uri="{FF2B5EF4-FFF2-40B4-BE49-F238E27FC236}">
                        <a16:creationId xmlns:a16="http://schemas.microsoft.com/office/drawing/2014/main" id="{B979E503-E1B4-2842-A8ED-BF6F1ED856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5664525" y="12451426"/>
                    <a:ext cx="1800000" cy="1800000"/>
                  </a:xfrm>
                  <a:prstGeom prst="cube">
                    <a:avLst/>
                  </a:prstGeom>
                  <a:solidFill>
                    <a:srgbClr val="FF5A53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73" name="Cube 372">
                    <a:extLst>
                      <a:ext uri="{FF2B5EF4-FFF2-40B4-BE49-F238E27FC236}">
                        <a16:creationId xmlns:a16="http://schemas.microsoft.com/office/drawing/2014/main" id="{F31FF6F0-58F5-B04E-8513-0788CA33734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4318325" y="12451426"/>
                    <a:ext cx="1800000" cy="1800000"/>
                  </a:xfrm>
                  <a:prstGeom prst="cube">
                    <a:avLst/>
                  </a:prstGeom>
                  <a:solidFill>
                    <a:srgbClr val="9565BA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  <p:grpSp>
              <p:nvGrpSpPr>
                <p:cNvPr id="383" name="Group 382">
                  <a:extLst>
                    <a:ext uri="{FF2B5EF4-FFF2-40B4-BE49-F238E27FC236}">
                      <a16:creationId xmlns:a16="http://schemas.microsoft.com/office/drawing/2014/main" id="{A411AA81-EA80-F24C-8660-66707B39B215}"/>
                    </a:ext>
                  </a:extLst>
                </p:cNvPr>
                <p:cNvGrpSpPr/>
                <p:nvPr/>
              </p:nvGrpSpPr>
              <p:grpSpPr>
                <a:xfrm>
                  <a:off x="17663865" y="12434368"/>
                  <a:ext cx="3146200" cy="3137469"/>
                  <a:chOff x="14318325" y="12451426"/>
                  <a:chExt cx="3146200" cy="3137469"/>
                </a:xfrm>
              </p:grpSpPr>
              <p:sp>
                <p:nvSpPr>
                  <p:cNvPr id="384" name="Cube 383">
                    <a:extLst>
                      <a:ext uri="{FF2B5EF4-FFF2-40B4-BE49-F238E27FC236}">
                        <a16:creationId xmlns:a16="http://schemas.microsoft.com/office/drawing/2014/main" id="{5BAE7108-7FB5-3648-A06A-60F55F03E8D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5664525" y="13788895"/>
                    <a:ext cx="1800000" cy="1800000"/>
                  </a:xfrm>
                  <a:prstGeom prst="cube">
                    <a:avLst/>
                  </a:prstGeom>
                  <a:solidFill>
                    <a:srgbClr val="60C47E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85" name="Cube 384">
                    <a:extLst>
                      <a:ext uri="{FF2B5EF4-FFF2-40B4-BE49-F238E27FC236}">
                        <a16:creationId xmlns:a16="http://schemas.microsoft.com/office/drawing/2014/main" id="{049A4C8B-0E32-6347-82FE-1D114165C06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4318325" y="13788895"/>
                    <a:ext cx="1800000" cy="1800000"/>
                  </a:xfrm>
                  <a:prstGeom prst="cube">
                    <a:avLst/>
                  </a:prstGeom>
                  <a:solidFill>
                    <a:srgbClr val="FF74FF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86" name="Cube 385">
                    <a:extLst>
                      <a:ext uri="{FF2B5EF4-FFF2-40B4-BE49-F238E27FC236}">
                        <a16:creationId xmlns:a16="http://schemas.microsoft.com/office/drawing/2014/main" id="{8BFDF00A-7FB0-3843-A31C-21FC1BBC9A4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5664525" y="12451426"/>
                    <a:ext cx="1800000" cy="1800000"/>
                  </a:xfrm>
                  <a:prstGeom prst="cube">
                    <a:avLst/>
                  </a:prstGeom>
                  <a:solidFill>
                    <a:srgbClr val="405889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87" name="Cube 386">
                    <a:extLst>
                      <a:ext uri="{FF2B5EF4-FFF2-40B4-BE49-F238E27FC236}">
                        <a16:creationId xmlns:a16="http://schemas.microsoft.com/office/drawing/2014/main" id="{A44E4FB3-9D22-724D-8264-A5E1BB75146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4318325" y="12451426"/>
                    <a:ext cx="1800000" cy="1800000"/>
                  </a:xfrm>
                  <a:prstGeom prst="cube">
                    <a:avLst/>
                  </a:prstGeom>
                  <a:solidFill>
                    <a:srgbClr val="FFFF68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  <p:grpSp>
              <p:nvGrpSpPr>
                <p:cNvPr id="388" name="Group 387">
                  <a:extLst>
                    <a:ext uri="{FF2B5EF4-FFF2-40B4-BE49-F238E27FC236}">
                      <a16:creationId xmlns:a16="http://schemas.microsoft.com/office/drawing/2014/main" id="{951A4A06-56FE-5245-B4FF-2E0CC40B1016}"/>
                    </a:ext>
                  </a:extLst>
                </p:cNvPr>
                <p:cNvGrpSpPr/>
                <p:nvPr/>
              </p:nvGrpSpPr>
              <p:grpSpPr>
                <a:xfrm>
                  <a:off x="14318325" y="15762446"/>
                  <a:ext cx="3146200" cy="3137469"/>
                  <a:chOff x="14318325" y="12451426"/>
                  <a:chExt cx="3146200" cy="3137469"/>
                </a:xfrm>
              </p:grpSpPr>
              <p:sp>
                <p:nvSpPr>
                  <p:cNvPr id="389" name="Cube 388">
                    <a:extLst>
                      <a:ext uri="{FF2B5EF4-FFF2-40B4-BE49-F238E27FC236}">
                        <a16:creationId xmlns:a16="http://schemas.microsoft.com/office/drawing/2014/main" id="{C6B03577-42E0-8246-BA37-1E5BD130579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5664525" y="13788895"/>
                    <a:ext cx="1800000" cy="1800000"/>
                  </a:xfrm>
                  <a:prstGeom prst="cube">
                    <a:avLst/>
                  </a:prstGeom>
                  <a:solidFill>
                    <a:srgbClr val="AEDF80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390" name="Cube 389">
                    <a:extLst>
                      <a:ext uri="{FF2B5EF4-FFF2-40B4-BE49-F238E27FC236}">
                        <a16:creationId xmlns:a16="http://schemas.microsoft.com/office/drawing/2014/main" id="{D231220F-FD3A-104A-B3B6-6FE1B1C4AE2F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4318325" y="13788895"/>
                    <a:ext cx="1800000" cy="1800000"/>
                  </a:xfrm>
                  <a:prstGeom prst="cube">
                    <a:avLst/>
                  </a:prstGeom>
                  <a:solidFill>
                    <a:srgbClr val="FFCF60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407" name="Cube 406">
                    <a:extLst>
                      <a:ext uri="{FF2B5EF4-FFF2-40B4-BE49-F238E27FC236}">
                        <a16:creationId xmlns:a16="http://schemas.microsoft.com/office/drawing/2014/main" id="{900117D8-116C-1B48-848E-7A813D5534A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5664525" y="12451426"/>
                    <a:ext cx="1800000" cy="1800000"/>
                  </a:xfrm>
                  <a:prstGeom prst="cube">
                    <a:avLst/>
                  </a:prstGeom>
                  <a:solidFill>
                    <a:srgbClr val="6FFEFF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408" name="Cube 407">
                    <a:extLst>
                      <a:ext uri="{FF2B5EF4-FFF2-40B4-BE49-F238E27FC236}">
                        <a16:creationId xmlns:a16="http://schemas.microsoft.com/office/drawing/2014/main" id="{82853F53-559E-C14F-AD4C-19B64E03288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4318325" y="12451426"/>
                    <a:ext cx="1800000" cy="1800000"/>
                  </a:xfrm>
                  <a:prstGeom prst="cube">
                    <a:avLst/>
                  </a:prstGeom>
                  <a:solidFill>
                    <a:srgbClr val="666768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  <p:grpSp>
              <p:nvGrpSpPr>
                <p:cNvPr id="425" name="Group 424">
                  <a:extLst>
                    <a:ext uri="{FF2B5EF4-FFF2-40B4-BE49-F238E27FC236}">
                      <a16:creationId xmlns:a16="http://schemas.microsoft.com/office/drawing/2014/main" id="{97F24A80-B296-D644-B6B4-1C88056B390B}"/>
                    </a:ext>
                  </a:extLst>
                </p:cNvPr>
                <p:cNvGrpSpPr/>
                <p:nvPr/>
              </p:nvGrpSpPr>
              <p:grpSpPr>
                <a:xfrm>
                  <a:off x="17663865" y="15762446"/>
                  <a:ext cx="3146200" cy="3137469"/>
                  <a:chOff x="14318325" y="12451426"/>
                  <a:chExt cx="3146200" cy="3137469"/>
                </a:xfrm>
              </p:grpSpPr>
              <p:sp>
                <p:nvSpPr>
                  <p:cNvPr id="426" name="Cube 425">
                    <a:extLst>
                      <a:ext uri="{FF2B5EF4-FFF2-40B4-BE49-F238E27FC236}">
                        <a16:creationId xmlns:a16="http://schemas.microsoft.com/office/drawing/2014/main" id="{7B1021DC-6C02-6F40-9AD8-F2282C5FD44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5664525" y="13788895"/>
                    <a:ext cx="1800000" cy="1800000"/>
                  </a:xfrm>
                  <a:prstGeom prst="cube">
                    <a:avLst/>
                  </a:prstGeom>
                  <a:solidFill>
                    <a:srgbClr val="D3544E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427" name="Cube 426">
                    <a:extLst>
                      <a:ext uri="{FF2B5EF4-FFF2-40B4-BE49-F238E27FC236}">
                        <a16:creationId xmlns:a16="http://schemas.microsoft.com/office/drawing/2014/main" id="{8640F2B6-C8C9-B14F-8651-7626AC7207D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4318325" y="13788895"/>
                    <a:ext cx="1800000" cy="1800000"/>
                  </a:xfrm>
                  <a:prstGeom prst="cube">
                    <a:avLst/>
                  </a:prstGeom>
                  <a:solidFill>
                    <a:srgbClr val="60C5F5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428" name="Cube 427">
                    <a:extLst>
                      <a:ext uri="{FF2B5EF4-FFF2-40B4-BE49-F238E27FC236}">
                        <a16:creationId xmlns:a16="http://schemas.microsoft.com/office/drawing/2014/main" id="{26713E4E-FB5C-C748-9B8B-27F2A431EED9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5664525" y="12451426"/>
                    <a:ext cx="1800000" cy="1800000"/>
                  </a:xfrm>
                  <a:prstGeom prst="cube">
                    <a:avLst/>
                  </a:prstGeom>
                  <a:solidFill>
                    <a:srgbClr val="FFAE59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429" name="Cube 428">
                    <a:extLst>
                      <a:ext uri="{FF2B5EF4-FFF2-40B4-BE49-F238E27FC236}">
                        <a16:creationId xmlns:a16="http://schemas.microsoft.com/office/drawing/2014/main" id="{56E37509-B3CE-6045-B6B4-C848094EADD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14318325" y="12451426"/>
                    <a:ext cx="1800000" cy="1800000"/>
                  </a:xfrm>
                  <a:prstGeom prst="cube">
                    <a:avLst/>
                  </a:prstGeom>
                  <a:solidFill>
                    <a:srgbClr val="A46F4F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</p:grpSp>
        </p:grpSp>
        <p:grpSp>
          <p:nvGrpSpPr>
            <p:cNvPr id="742" name="Group 741">
              <a:extLst>
                <a:ext uri="{FF2B5EF4-FFF2-40B4-BE49-F238E27FC236}">
                  <a16:creationId xmlns:a16="http://schemas.microsoft.com/office/drawing/2014/main" id="{9CE844DC-C9F9-B44F-B558-7830C7262C0D}"/>
                </a:ext>
              </a:extLst>
            </p:cNvPr>
            <p:cNvGrpSpPr/>
            <p:nvPr/>
          </p:nvGrpSpPr>
          <p:grpSpPr>
            <a:xfrm>
              <a:off x="16383996" y="6369926"/>
              <a:ext cx="6957135" cy="10283256"/>
              <a:chOff x="16057426" y="6369926"/>
              <a:chExt cx="6957135" cy="10283256"/>
            </a:xfrm>
          </p:grpSpPr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73FCC320-2C44-F74D-B313-56D097C71CFB}"/>
                  </a:ext>
                </a:extLst>
              </p:cNvPr>
              <p:cNvGrpSpPr/>
              <p:nvPr/>
            </p:nvGrpSpPr>
            <p:grpSpPr>
              <a:xfrm>
                <a:off x="16057426" y="6369926"/>
                <a:ext cx="6957135" cy="4109676"/>
                <a:chOff x="24317981" y="4114800"/>
                <a:chExt cx="10800000" cy="6379710"/>
              </a:xfrm>
            </p:grpSpPr>
            <p:grpSp>
              <p:nvGrpSpPr>
                <p:cNvPr id="509" name="Group 508">
                  <a:extLst>
                    <a:ext uri="{FF2B5EF4-FFF2-40B4-BE49-F238E27FC236}">
                      <a16:creationId xmlns:a16="http://schemas.microsoft.com/office/drawing/2014/main" id="{CCF27977-B039-B541-8ABC-FA2B67749C84}"/>
                    </a:ext>
                  </a:extLst>
                </p:cNvPr>
                <p:cNvGrpSpPr/>
                <p:nvPr/>
              </p:nvGrpSpPr>
              <p:grpSpPr>
                <a:xfrm>
                  <a:off x="24317981" y="4114800"/>
                  <a:ext cx="10800000" cy="1350000"/>
                  <a:chOff x="24317981" y="4114800"/>
                  <a:chExt cx="10800000" cy="1350000"/>
                </a:xfrm>
              </p:grpSpPr>
              <p:sp>
                <p:nvSpPr>
                  <p:cNvPr id="510" name="Rectangle 509">
                    <a:extLst>
                      <a:ext uri="{FF2B5EF4-FFF2-40B4-BE49-F238E27FC236}">
                        <a16:creationId xmlns:a16="http://schemas.microsoft.com/office/drawing/2014/main" id="{D7192C03-3486-1C46-B7BC-D40EAC9374B4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2417981" y="4114800"/>
                    <a:ext cx="2700000" cy="1350000"/>
                  </a:xfrm>
                  <a:prstGeom prst="rect">
                    <a:avLst/>
                  </a:prstGeom>
                  <a:solidFill>
                    <a:srgbClr val="7030A0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511" name="Rectangle 510">
                    <a:extLst>
                      <a:ext uri="{FF2B5EF4-FFF2-40B4-BE49-F238E27FC236}">
                        <a16:creationId xmlns:a16="http://schemas.microsoft.com/office/drawing/2014/main" id="{480B9299-2D86-C641-8D06-D661DBE68D73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317981" y="4114800"/>
                    <a:ext cx="2700000" cy="1350000"/>
                  </a:xfrm>
                  <a:prstGeom prst="rect">
                    <a:avLst/>
                  </a:prstGeom>
                  <a:solidFill>
                    <a:srgbClr val="C00000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513" name="Rectangle 512">
                    <a:extLst>
                      <a:ext uri="{FF2B5EF4-FFF2-40B4-BE49-F238E27FC236}">
                        <a16:creationId xmlns:a16="http://schemas.microsoft.com/office/drawing/2014/main" id="{8E281BDA-4D04-454E-8FB8-F3AD8383748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017981" y="4114800"/>
                    <a:ext cx="2700000" cy="1350000"/>
                  </a:xfrm>
                  <a:prstGeom prst="rect">
                    <a:avLst/>
                  </a:prstGeom>
                  <a:solidFill>
                    <a:srgbClr val="FFC000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514" name="Rectangle 513">
                    <a:extLst>
                      <a:ext uri="{FF2B5EF4-FFF2-40B4-BE49-F238E27FC236}">
                        <a16:creationId xmlns:a16="http://schemas.microsoft.com/office/drawing/2014/main" id="{78FBB4E0-B53C-8E49-B2D4-7772D44E1A0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717981" y="4114800"/>
                    <a:ext cx="2700000" cy="1350000"/>
                  </a:xfrm>
                  <a:prstGeom prst="rect">
                    <a:avLst/>
                  </a:prstGeom>
                  <a:solidFill>
                    <a:srgbClr val="002060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</p:grpSp>
            <p:grpSp>
              <p:nvGrpSpPr>
                <p:cNvPr id="515" name="Group 514">
                  <a:extLst>
                    <a:ext uri="{FF2B5EF4-FFF2-40B4-BE49-F238E27FC236}">
                      <a16:creationId xmlns:a16="http://schemas.microsoft.com/office/drawing/2014/main" id="{D0FAC3EE-3FB5-044B-87B4-6488FC910553}"/>
                    </a:ext>
                  </a:extLst>
                </p:cNvPr>
                <p:cNvGrpSpPr/>
                <p:nvPr/>
              </p:nvGrpSpPr>
              <p:grpSpPr>
                <a:xfrm>
                  <a:off x="24317981" y="5791370"/>
                  <a:ext cx="10800000" cy="1350000"/>
                  <a:chOff x="24317981" y="7674428"/>
                  <a:chExt cx="10800000" cy="1350000"/>
                </a:xfrm>
              </p:grpSpPr>
              <p:sp>
                <p:nvSpPr>
                  <p:cNvPr id="516" name="Rectangle 515">
                    <a:extLst>
                      <a:ext uri="{FF2B5EF4-FFF2-40B4-BE49-F238E27FC236}">
                        <a16:creationId xmlns:a16="http://schemas.microsoft.com/office/drawing/2014/main" id="{785C80A9-3FDD-CF4C-A8DD-5BFCACAB35A2}"/>
                      </a:ext>
                    </a:extLst>
                  </p:cNvPr>
                  <p:cNvSpPr/>
                  <p:nvPr/>
                </p:nvSpPr>
                <p:spPr>
                  <a:xfrm>
                    <a:off x="24317981" y="7674428"/>
                    <a:ext cx="2700000" cy="1350000"/>
                  </a:xfrm>
                  <a:prstGeom prst="rect">
                    <a:avLst/>
                  </a:prstGeom>
                  <a:solidFill>
                    <a:srgbClr val="92D050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517" name="Rectangle 516">
                    <a:extLst>
                      <a:ext uri="{FF2B5EF4-FFF2-40B4-BE49-F238E27FC236}">
                        <a16:creationId xmlns:a16="http://schemas.microsoft.com/office/drawing/2014/main" id="{298C91FD-9FC5-884E-B403-09AF23147CE4}"/>
                      </a:ext>
                    </a:extLst>
                  </p:cNvPr>
                  <p:cNvSpPr/>
                  <p:nvPr/>
                </p:nvSpPr>
                <p:spPr>
                  <a:xfrm>
                    <a:off x="27017981" y="7674428"/>
                    <a:ext cx="2700000" cy="1350000"/>
                  </a:xfrm>
                  <a:prstGeom prst="rect">
                    <a:avLst/>
                  </a:prstGeom>
                  <a:solidFill>
                    <a:srgbClr val="00B0F0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518" name="Rectangle 517">
                    <a:extLst>
                      <a:ext uri="{FF2B5EF4-FFF2-40B4-BE49-F238E27FC236}">
                        <a16:creationId xmlns:a16="http://schemas.microsoft.com/office/drawing/2014/main" id="{3106282D-E346-2342-B6B2-BDAD6BBAC1E1}"/>
                      </a:ext>
                    </a:extLst>
                  </p:cNvPr>
                  <p:cNvSpPr/>
                  <p:nvPr/>
                </p:nvSpPr>
                <p:spPr>
                  <a:xfrm>
                    <a:off x="29717981" y="7674428"/>
                    <a:ext cx="2700000" cy="1350000"/>
                  </a:xfrm>
                  <a:prstGeom prst="rect">
                    <a:avLst/>
                  </a:prstGeom>
                  <a:solidFill>
                    <a:srgbClr val="FF0000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519" name="Rectangle 518">
                    <a:extLst>
                      <a:ext uri="{FF2B5EF4-FFF2-40B4-BE49-F238E27FC236}">
                        <a16:creationId xmlns:a16="http://schemas.microsoft.com/office/drawing/2014/main" id="{EDC4AAFB-FA4F-534F-AF9A-A91D17586472}"/>
                      </a:ext>
                    </a:extLst>
                  </p:cNvPr>
                  <p:cNvSpPr/>
                  <p:nvPr/>
                </p:nvSpPr>
                <p:spPr>
                  <a:xfrm>
                    <a:off x="32417981" y="7674428"/>
                    <a:ext cx="2700000" cy="1350000"/>
                  </a:xfrm>
                  <a:prstGeom prst="rect">
                    <a:avLst/>
                  </a:prstGeom>
                  <a:solidFill>
                    <a:srgbClr val="FFFF00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</p:grpSp>
            <p:grpSp>
              <p:nvGrpSpPr>
                <p:cNvPr id="520" name="Group 519">
                  <a:extLst>
                    <a:ext uri="{FF2B5EF4-FFF2-40B4-BE49-F238E27FC236}">
                      <a16:creationId xmlns:a16="http://schemas.microsoft.com/office/drawing/2014/main" id="{6E45B209-8816-6745-9662-B2A9D0F5FAE6}"/>
                    </a:ext>
                  </a:extLst>
                </p:cNvPr>
                <p:cNvGrpSpPr/>
                <p:nvPr/>
              </p:nvGrpSpPr>
              <p:grpSpPr>
                <a:xfrm>
                  <a:off x="24317981" y="7467940"/>
                  <a:ext cx="10800000" cy="1350000"/>
                  <a:chOff x="24317981" y="10559056"/>
                  <a:chExt cx="10800000" cy="1350000"/>
                </a:xfrm>
              </p:grpSpPr>
              <p:sp>
                <p:nvSpPr>
                  <p:cNvPr id="521" name="Rectangle 520">
                    <a:extLst>
                      <a:ext uri="{FF2B5EF4-FFF2-40B4-BE49-F238E27FC236}">
                        <a16:creationId xmlns:a16="http://schemas.microsoft.com/office/drawing/2014/main" id="{EEEB7051-EB59-E642-831A-74E660E449A4}"/>
                      </a:ext>
                    </a:extLst>
                  </p:cNvPr>
                  <p:cNvSpPr/>
                  <p:nvPr/>
                </p:nvSpPr>
                <p:spPr>
                  <a:xfrm>
                    <a:off x="24317981" y="10559056"/>
                    <a:ext cx="2700000" cy="1350000"/>
                  </a:xfrm>
                  <a:prstGeom prst="rect">
                    <a:avLst/>
                  </a:prstGeom>
                  <a:solidFill>
                    <a:srgbClr val="00B050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522" name="Rectangle 521">
                    <a:extLst>
                      <a:ext uri="{FF2B5EF4-FFF2-40B4-BE49-F238E27FC236}">
                        <a16:creationId xmlns:a16="http://schemas.microsoft.com/office/drawing/2014/main" id="{32A15CB2-0079-5242-BB8B-0F10E753EBD5}"/>
                      </a:ext>
                    </a:extLst>
                  </p:cNvPr>
                  <p:cNvSpPr/>
                  <p:nvPr/>
                </p:nvSpPr>
                <p:spPr>
                  <a:xfrm>
                    <a:off x="27017981" y="10559056"/>
                    <a:ext cx="2700000" cy="1350000"/>
                  </a:xfrm>
                  <a:prstGeom prst="rect">
                    <a:avLst/>
                  </a:prstGeom>
                  <a:solidFill>
                    <a:srgbClr val="0070C0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523" name="Rectangle 522">
                    <a:extLst>
                      <a:ext uri="{FF2B5EF4-FFF2-40B4-BE49-F238E27FC236}">
                        <a16:creationId xmlns:a16="http://schemas.microsoft.com/office/drawing/2014/main" id="{BEDB15C4-D7F1-7B4B-A259-A30BF86CC332}"/>
                      </a:ext>
                    </a:extLst>
                  </p:cNvPr>
                  <p:cNvSpPr/>
                  <p:nvPr/>
                </p:nvSpPr>
                <p:spPr>
                  <a:xfrm>
                    <a:off x="29717981" y="10559056"/>
                    <a:ext cx="2700000" cy="1350000"/>
                  </a:xfrm>
                  <a:prstGeom prst="rect">
                    <a:avLst/>
                  </a:prstGeom>
                  <a:solidFill>
                    <a:srgbClr val="FF9300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524" name="Rectangle 523">
                    <a:extLst>
                      <a:ext uri="{FF2B5EF4-FFF2-40B4-BE49-F238E27FC236}">
                        <a16:creationId xmlns:a16="http://schemas.microsoft.com/office/drawing/2014/main" id="{317C20B7-FE56-CE4D-8EA2-2C65692F1D51}"/>
                      </a:ext>
                    </a:extLst>
                  </p:cNvPr>
                  <p:cNvSpPr/>
                  <p:nvPr/>
                </p:nvSpPr>
                <p:spPr>
                  <a:xfrm>
                    <a:off x="32417981" y="10559056"/>
                    <a:ext cx="2700000" cy="1350000"/>
                  </a:xfrm>
                  <a:prstGeom prst="rect">
                    <a:avLst/>
                  </a:prstGeom>
                  <a:solidFill>
                    <a:schemeClr val="tx1">
                      <a:alpha val="60000"/>
                    </a:scheme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  <p:grpSp>
              <p:nvGrpSpPr>
                <p:cNvPr id="525" name="Group 524">
                  <a:extLst>
                    <a:ext uri="{FF2B5EF4-FFF2-40B4-BE49-F238E27FC236}">
                      <a16:creationId xmlns:a16="http://schemas.microsoft.com/office/drawing/2014/main" id="{7F0C413E-F689-7640-BD80-307205FD223F}"/>
                    </a:ext>
                  </a:extLst>
                </p:cNvPr>
                <p:cNvGrpSpPr/>
                <p:nvPr/>
              </p:nvGrpSpPr>
              <p:grpSpPr>
                <a:xfrm>
                  <a:off x="24317981" y="9144510"/>
                  <a:ext cx="10800000" cy="1350000"/>
                  <a:chOff x="24317981" y="12768684"/>
                  <a:chExt cx="10800000" cy="1350000"/>
                </a:xfrm>
              </p:grpSpPr>
              <p:sp>
                <p:nvSpPr>
                  <p:cNvPr id="526" name="Rectangle 525">
                    <a:extLst>
                      <a:ext uri="{FF2B5EF4-FFF2-40B4-BE49-F238E27FC236}">
                        <a16:creationId xmlns:a16="http://schemas.microsoft.com/office/drawing/2014/main" id="{26C48441-B2DE-9447-B877-F579F39D3E07}"/>
                      </a:ext>
                    </a:extLst>
                  </p:cNvPr>
                  <p:cNvSpPr/>
                  <p:nvPr/>
                </p:nvSpPr>
                <p:spPr>
                  <a:xfrm>
                    <a:off x="24317981" y="12768684"/>
                    <a:ext cx="2700000" cy="1350000"/>
                  </a:xfrm>
                  <a:prstGeom prst="rect">
                    <a:avLst/>
                  </a:prstGeom>
                  <a:solidFill>
                    <a:srgbClr val="AB7942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527" name="Rectangle 526">
                    <a:extLst>
                      <a:ext uri="{FF2B5EF4-FFF2-40B4-BE49-F238E27FC236}">
                        <a16:creationId xmlns:a16="http://schemas.microsoft.com/office/drawing/2014/main" id="{34E677AB-02BD-3A47-B890-A150FAD6568B}"/>
                      </a:ext>
                    </a:extLst>
                  </p:cNvPr>
                  <p:cNvSpPr/>
                  <p:nvPr/>
                </p:nvSpPr>
                <p:spPr>
                  <a:xfrm>
                    <a:off x="27017981" y="12768684"/>
                    <a:ext cx="2700000" cy="1350000"/>
                  </a:xfrm>
                  <a:prstGeom prst="rect">
                    <a:avLst/>
                  </a:prstGeom>
                  <a:solidFill>
                    <a:srgbClr val="FF40FF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528" name="Rectangle 527">
                    <a:extLst>
                      <a:ext uri="{FF2B5EF4-FFF2-40B4-BE49-F238E27FC236}">
                        <a16:creationId xmlns:a16="http://schemas.microsoft.com/office/drawing/2014/main" id="{753321F3-D446-594D-A33B-4273C5278F59}"/>
                      </a:ext>
                    </a:extLst>
                  </p:cNvPr>
                  <p:cNvSpPr/>
                  <p:nvPr/>
                </p:nvSpPr>
                <p:spPr>
                  <a:xfrm>
                    <a:off x="29717981" y="12768684"/>
                    <a:ext cx="2700000" cy="1350000"/>
                  </a:xfrm>
                  <a:prstGeom prst="rect">
                    <a:avLst/>
                  </a:prstGeom>
                  <a:solidFill>
                    <a:srgbClr val="00FDFF">
                      <a:alpha val="75000"/>
                    </a:srgb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529" name="Rectangle 528">
                    <a:extLst>
                      <a:ext uri="{FF2B5EF4-FFF2-40B4-BE49-F238E27FC236}">
                        <a16:creationId xmlns:a16="http://schemas.microsoft.com/office/drawing/2014/main" id="{D3F6CB54-1E50-A54F-82D7-B7E16CFCB937}"/>
                      </a:ext>
                    </a:extLst>
                  </p:cNvPr>
                  <p:cNvSpPr/>
                  <p:nvPr/>
                </p:nvSpPr>
                <p:spPr>
                  <a:xfrm>
                    <a:off x="32417981" y="12768684"/>
                    <a:ext cx="2700000" cy="1350000"/>
                  </a:xfrm>
                  <a:prstGeom prst="rect">
                    <a:avLst/>
                  </a:prstGeom>
                  <a:solidFill>
                    <a:schemeClr val="accent2">
                      <a:lumMod val="50000"/>
                      <a:alpha val="75000"/>
                    </a:schemeClr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sz="4800" b="1"/>
                  </a:p>
                </p:txBody>
              </p:sp>
            </p:grpSp>
          </p:grpSp>
          <p:grpSp>
            <p:nvGrpSpPr>
              <p:cNvPr id="605" name="Group 604">
                <a:extLst>
                  <a:ext uri="{FF2B5EF4-FFF2-40B4-BE49-F238E27FC236}">
                    <a16:creationId xmlns:a16="http://schemas.microsoft.com/office/drawing/2014/main" id="{3226EA88-8A47-B44F-A594-1CF3B3185C79}"/>
                  </a:ext>
                </a:extLst>
              </p:cNvPr>
              <p:cNvGrpSpPr/>
              <p:nvPr/>
            </p:nvGrpSpPr>
            <p:grpSpPr>
              <a:xfrm>
                <a:off x="16057426" y="12543506"/>
                <a:ext cx="6957135" cy="4109676"/>
                <a:chOff x="24317981" y="4114800"/>
                <a:chExt cx="10800000" cy="6379710"/>
              </a:xfrm>
            </p:grpSpPr>
            <p:grpSp>
              <p:nvGrpSpPr>
                <p:cNvPr id="615" name="Group 614">
                  <a:extLst>
                    <a:ext uri="{FF2B5EF4-FFF2-40B4-BE49-F238E27FC236}">
                      <a16:creationId xmlns:a16="http://schemas.microsoft.com/office/drawing/2014/main" id="{8D18B4F0-5377-204F-B145-625488C717B2}"/>
                    </a:ext>
                  </a:extLst>
                </p:cNvPr>
                <p:cNvGrpSpPr/>
                <p:nvPr/>
              </p:nvGrpSpPr>
              <p:grpSpPr>
                <a:xfrm>
                  <a:off x="24317981" y="4114800"/>
                  <a:ext cx="10800000" cy="1350000"/>
                  <a:chOff x="24317981" y="4114800"/>
                  <a:chExt cx="10800000" cy="1350000"/>
                </a:xfrm>
              </p:grpSpPr>
              <p:sp>
                <p:nvSpPr>
                  <p:cNvPr id="633" name="Rectangle 632">
                    <a:extLst>
                      <a:ext uri="{FF2B5EF4-FFF2-40B4-BE49-F238E27FC236}">
                        <a16:creationId xmlns:a16="http://schemas.microsoft.com/office/drawing/2014/main" id="{BA5C9EB4-E7B6-8E45-8C56-6F611162B8E9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2417981" y="4114800"/>
                    <a:ext cx="2700000" cy="1350000"/>
                  </a:xfrm>
                  <a:prstGeom prst="rect">
                    <a:avLst/>
                  </a:prstGeom>
                  <a:solidFill>
                    <a:srgbClr val="BC976F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634" name="Rectangle 633">
                    <a:extLst>
                      <a:ext uri="{FF2B5EF4-FFF2-40B4-BE49-F238E27FC236}">
                        <a16:creationId xmlns:a16="http://schemas.microsoft.com/office/drawing/2014/main" id="{CA36726B-3E2C-974E-A6ED-3E0EF8548007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4317981" y="4114800"/>
                    <a:ext cx="2700000" cy="1350000"/>
                  </a:xfrm>
                  <a:prstGeom prst="rect">
                    <a:avLst/>
                  </a:prstGeom>
                  <a:solidFill>
                    <a:srgbClr val="9060B4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635" name="Rectangle 634">
                    <a:extLst>
                      <a:ext uri="{FF2B5EF4-FFF2-40B4-BE49-F238E27FC236}">
                        <a16:creationId xmlns:a16="http://schemas.microsoft.com/office/drawing/2014/main" id="{BE861910-A506-D948-B647-20F1B688B79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7017981" y="4114800"/>
                    <a:ext cx="2700000" cy="1350000"/>
                  </a:xfrm>
                  <a:prstGeom prst="rect">
                    <a:avLst/>
                  </a:prstGeom>
                  <a:solidFill>
                    <a:srgbClr val="FE554D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636" name="Rectangle 635">
                    <a:extLst>
                      <a:ext uri="{FF2B5EF4-FFF2-40B4-BE49-F238E27FC236}">
                        <a16:creationId xmlns:a16="http://schemas.microsoft.com/office/drawing/2014/main" id="{149C6DDF-88E7-7B4A-A004-AB118669E661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9717981" y="4114800"/>
                    <a:ext cx="2700000" cy="1350000"/>
                  </a:xfrm>
                  <a:prstGeom prst="rect">
                    <a:avLst/>
                  </a:prstGeom>
                  <a:solidFill>
                    <a:srgbClr val="4F8FCC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</p:grpSp>
            <p:grpSp>
              <p:nvGrpSpPr>
                <p:cNvPr id="616" name="Group 615">
                  <a:extLst>
                    <a:ext uri="{FF2B5EF4-FFF2-40B4-BE49-F238E27FC236}">
                      <a16:creationId xmlns:a16="http://schemas.microsoft.com/office/drawing/2014/main" id="{1088C786-323A-074B-A51C-AE4B1DD0A99E}"/>
                    </a:ext>
                  </a:extLst>
                </p:cNvPr>
                <p:cNvGrpSpPr/>
                <p:nvPr/>
              </p:nvGrpSpPr>
              <p:grpSpPr>
                <a:xfrm>
                  <a:off x="24317981" y="5791370"/>
                  <a:ext cx="10800000" cy="1350000"/>
                  <a:chOff x="24317981" y="7674428"/>
                  <a:chExt cx="10800000" cy="1350000"/>
                </a:xfrm>
              </p:grpSpPr>
              <p:sp>
                <p:nvSpPr>
                  <p:cNvPr id="629" name="Rectangle 628">
                    <a:extLst>
                      <a:ext uri="{FF2B5EF4-FFF2-40B4-BE49-F238E27FC236}">
                        <a16:creationId xmlns:a16="http://schemas.microsoft.com/office/drawing/2014/main" id="{8CA736C4-F8DA-A842-900F-707760BF3EC8}"/>
                      </a:ext>
                    </a:extLst>
                  </p:cNvPr>
                  <p:cNvSpPr/>
                  <p:nvPr/>
                </p:nvSpPr>
                <p:spPr>
                  <a:xfrm>
                    <a:off x="24317981" y="7674428"/>
                    <a:ext cx="2700000" cy="1350000"/>
                  </a:xfrm>
                  <a:prstGeom prst="rect">
                    <a:avLst/>
                  </a:prstGeom>
                  <a:solidFill>
                    <a:srgbClr val="FAFB61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630" name="Rectangle 629">
                    <a:extLst>
                      <a:ext uri="{FF2B5EF4-FFF2-40B4-BE49-F238E27FC236}">
                        <a16:creationId xmlns:a16="http://schemas.microsoft.com/office/drawing/2014/main" id="{A8D16A77-A59D-E54F-BE59-25C78AE5D0EF}"/>
                      </a:ext>
                    </a:extLst>
                  </p:cNvPr>
                  <p:cNvSpPr/>
                  <p:nvPr/>
                </p:nvSpPr>
                <p:spPr>
                  <a:xfrm>
                    <a:off x="27017981" y="7674428"/>
                    <a:ext cx="2700000" cy="1350000"/>
                  </a:xfrm>
                  <a:prstGeom prst="rect">
                    <a:avLst/>
                  </a:prstGeom>
                  <a:solidFill>
                    <a:srgbClr val="3C5485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631" name="Rectangle 630">
                    <a:extLst>
                      <a:ext uri="{FF2B5EF4-FFF2-40B4-BE49-F238E27FC236}">
                        <a16:creationId xmlns:a16="http://schemas.microsoft.com/office/drawing/2014/main" id="{0E433E14-22E4-5746-AA2C-80D264BA7421}"/>
                      </a:ext>
                    </a:extLst>
                  </p:cNvPr>
                  <p:cNvSpPr/>
                  <p:nvPr/>
                </p:nvSpPr>
                <p:spPr>
                  <a:xfrm>
                    <a:off x="29717981" y="7674428"/>
                    <a:ext cx="2700000" cy="1350000"/>
                  </a:xfrm>
                  <a:prstGeom prst="rect">
                    <a:avLst/>
                  </a:prstGeom>
                  <a:solidFill>
                    <a:srgbClr val="5CC078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632" name="Rectangle 631">
                    <a:extLst>
                      <a:ext uri="{FF2B5EF4-FFF2-40B4-BE49-F238E27FC236}">
                        <a16:creationId xmlns:a16="http://schemas.microsoft.com/office/drawing/2014/main" id="{5F88F98D-8015-8A40-B3FA-967ACBE29408}"/>
                      </a:ext>
                    </a:extLst>
                  </p:cNvPr>
                  <p:cNvSpPr/>
                  <p:nvPr/>
                </p:nvSpPr>
                <p:spPr>
                  <a:xfrm>
                    <a:off x="32417981" y="7674428"/>
                    <a:ext cx="2700000" cy="1350000"/>
                  </a:xfrm>
                  <a:prstGeom prst="rect">
                    <a:avLst/>
                  </a:prstGeom>
                  <a:solidFill>
                    <a:srgbClr val="FD70FA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</p:grpSp>
            <p:grpSp>
              <p:nvGrpSpPr>
                <p:cNvPr id="617" name="Group 616">
                  <a:extLst>
                    <a:ext uri="{FF2B5EF4-FFF2-40B4-BE49-F238E27FC236}">
                      <a16:creationId xmlns:a16="http://schemas.microsoft.com/office/drawing/2014/main" id="{91D72E9D-4B40-8244-AD02-1D34EF427EC4}"/>
                    </a:ext>
                  </a:extLst>
                </p:cNvPr>
                <p:cNvGrpSpPr/>
                <p:nvPr/>
              </p:nvGrpSpPr>
              <p:grpSpPr>
                <a:xfrm>
                  <a:off x="24317981" y="7467940"/>
                  <a:ext cx="10800000" cy="1350000"/>
                  <a:chOff x="24317981" y="10559056"/>
                  <a:chExt cx="10800000" cy="1350000"/>
                </a:xfrm>
              </p:grpSpPr>
              <p:sp>
                <p:nvSpPr>
                  <p:cNvPr id="625" name="Rectangle 624">
                    <a:extLst>
                      <a:ext uri="{FF2B5EF4-FFF2-40B4-BE49-F238E27FC236}">
                        <a16:creationId xmlns:a16="http://schemas.microsoft.com/office/drawing/2014/main" id="{B9886F23-1C2A-9648-8382-599FEB6D84AF}"/>
                      </a:ext>
                    </a:extLst>
                  </p:cNvPr>
                  <p:cNvSpPr/>
                  <p:nvPr/>
                </p:nvSpPr>
                <p:spPr>
                  <a:xfrm>
                    <a:off x="24317981" y="10559056"/>
                    <a:ext cx="2700000" cy="1350000"/>
                  </a:xfrm>
                  <a:prstGeom prst="rect">
                    <a:avLst/>
                  </a:prstGeom>
                  <a:solidFill>
                    <a:srgbClr val="5F5F5F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626" name="Rectangle 625">
                    <a:extLst>
                      <a:ext uri="{FF2B5EF4-FFF2-40B4-BE49-F238E27FC236}">
                        <a16:creationId xmlns:a16="http://schemas.microsoft.com/office/drawing/2014/main" id="{55F40F7B-DAF2-1B4F-94CE-01D5C94D2917}"/>
                      </a:ext>
                    </a:extLst>
                  </p:cNvPr>
                  <p:cNvSpPr/>
                  <p:nvPr/>
                </p:nvSpPr>
                <p:spPr>
                  <a:xfrm>
                    <a:off x="27017981" y="10559056"/>
                    <a:ext cx="2700000" cy="1350000"/>
                  </a:xfrm>
                  <a:prstGeom prst="rect">
                    <a:avLst/>
                  </a:prstGeom>
                  <a:solidFill>
                    <a:srgbClr val="6BFAFB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627" name="Rectangle 626">
                    <a:extLst>
                      <a:ext uri="{FF2B5EF4-FFF2-40B4-BE49-F238E27FC236}">
                        <a16:creationId xmlns:a16="http://schemas.microsoft.com/office/drawing/2014/main" id="{1BA652D1-B607-1D4E-A4F3-C8BBE23C3EB9}"/>
                      </a:ext>
                    </a:extLst>
                  </p:cNvPr>
                  <p:cNvSpPr/>
                  <p:nvPr/>
                </p:nvSpPr>
                <p:spPr>
                  <a:xfrm>
                    <a:off x="29717981" y="10559056"/>
                    <a:ext cx="2700000" cy="1350000"/>
                  </a:xfrm>
                  <a:prstGeom prst="rect">
                    <a:avLst/>
                  </a:prstGeom>
                  <a:solidFill>
                    <a:srgbClr val="FBCB5A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628" name="Rectangle 627">
                    <a:extLst>
                      <a:ext uri="{FF2B5EF4-FFF2-40B4-BE49-F238E27FC236}">
                        <a16:creationId xmlns:a16="http://schemas.microsoft.com/office/drawing/2014/main" id="{631F7FE9-F33C-EB49-914A-1FB7B2F89A91}"/>
                      </a:ext>
                    </a:extLst>
                  </p:cNvPr>
                  <p:cNvSpPr/>
                  <p:nvPr/>
                </p:nvSpPr>
                <p:spPr>
                  <a:xfrm>
                    <a:off x="32417981" y="10559056"/>
                    <a:ext cx="2700000" cy="1350000"/>
                  </a:xfrm>
                  <a:prstGeom prst="rect">
                    <a:avLst/>
                  </a:prstGeom>
                  <a:solidFill>
                    <a:srgbClr val="A9D87A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  <p:grpSp>
              <p:nvGrpSpPr>
                <p:cNvPr id="618" name="Group 617">
                  <a:extLst>
                    <a:ext uri="{FF2B5EF4-FFF2-40B4-BE49-F238E27FC236}">
                      <a16:creationId xmlns:a16="http://schemas.microsoft.com/office/drawing/2014/main" id="{4DE637CD-40BE-B247-A9D1-D2D829AB56A4}"/>
                    </a:ext>
                  </a:extLst>
                </p:cNvPr>
                <p:cNvGrpSpPr/>
                <p:nvPr/>
              </p:nvGrpSpPr>
              <p:grpSpPr>
                <a:xfrm>
                  <a:off x="24317981" y="9144510"/>
                  <a:ext cx="10800000" cy="1350000"/>
                  <a:chOff x="24317981" y="12768684"/>
                  <a:chExt cx="10800000" cy="1350000"/>
                </a:xfrm>
              </p:grpSpPr>
              <p:sp>
                <p:nvSpPr>
                  <p:cNvPr id="619" name="Rectangle 618">
                    <a:extLst>
                      <a:ext uri="{FF2B5EF4-FFF2-40B4-BE49-F238E27FC236}">
                        <a16:creationId xmlns:a16="http://schemas.microsoft.com/office/drawing/2014/main" id="{4FC1C57C-ED8E-F64A-AF8C-D88CD4F19DE3}"/>
                      </a:ext>
                    </a:extLst>
                  </p:cNvPr>
                  <p:cNvSpPr/>
                  <p:nvPr/>
                </p:nvSpPr>
                <p:spPr>
                  <a:xfrm>
                    <a:off x="24317981" y="12768684"/>
                    <a:ext cx="2700000" cy="1350000"/>
                  </a:xfrm>
                  <a:prstGeom prst="rect">
                    <a:avLst/>
                  </a:prstGeom>
                  <a:solidFill>
                    <a:srgbClr val="A0694A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621" name="Rectangle 620">
                    <a:extLst>
                      <a:ext uri="{FF2B5EF4-FFF2-40B4-BE49-F238E27FC236}">
                        <a16:creationId xmlns:a16="http://schemas.microsoft.com/office/drawing/2014/main" id="{3ED1B33F-2F2E-FA44-8B8E-F582E4DD2052}"/>
                      </a:ext>
                    </a:extLst>
                  </p:cNvPr>
                  <p:cNvSpPr/>
                  <p:nvPr/>
                </p:nvSpPr>
                <p:spPr>
                  <a:xfrm>
                    <a:off x="27017981" y="12768684"/>
                    <a:ext cx="2700000" cy="1350000"/>
                  </a:xfrm>
                  <a:prstGeom prst="rect">
                    <a:avLst/>
                  </a:prstGeom>
                  <a:solidFill>
                    <a:srgbClr val="FCA956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623" name="Rectangle 622">
                    <a:extLst>
                      <a:ext uri="{FF2B5EF4-FFF2-40B4-BE49-F238E27FC236}">
                        <a16:creationId xmlns:a16="http://schemas.microsoft.com/office/drawing/2014/main" id="{0ACA13CE-534B-A64E-8DA3-4C93B72FBEE2}"/>
                      </a:ext>
                    </a:extLst>
                  </p:cNvPr>
                  <p:cNvSpPr/>
                  <p:nvPr/>
                </p:nvSpPr>
                <p:spPr>
                  <a:xfrm>
                    <a:off x="29717981" y="12768684"/>
                    <a:ext cx="2700000" cy="1350000"/>
                  </a:xfrm>
                  <a:prstGeom prst="rect">
                    <a:avLst/>
                  </a:prstGeom>
                  <a:solidFill>
                    <a:srgbClr val="5DC0F0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/>
                  </a:p>
                </p:txBody>
              </p:sp>
              <p:sp>
                <p:nvSpPr>
                  <p:cNvPr id="624" name="Rectangle 623">
                    <a:extLst>
                      <a:ext uri="{FF2B5EF4-FFF2-40B4-BE49-F238E27FC236}">
                        <a16:creationId xmlns:a16="http://schemas.microsoft.com/office/drawing/2014/main" id="{2B861EAD-99BE-974C-B8E8-7F35C5743FD5}"/>
                      </a:ext>
                    </a:extLst>
                  </p:cNvPr>
                  <p:cNvSpPr/>
                  <p:nvPr/>
                </p:nvSpPr>
                <p:spPr>
                  <a:xfrm>
                    <a:off x="32417981" y="12768684"/>
                    <a:ext cx="2700000" cy="1350000"/>
                  </a:xfrm>
                  <a:prstGeom prst="rect">
                    <a:avLst/>
                  </a:prstGeom>
                  <a:solidFill>
                    <a:srgbClr val="CE4E48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sz="4800" b="1"/>
                  </a:p>
                </p:txBody>
              </p:sp>
            </p:grpSp>
          </p:grp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89E27D36-C0D1-9D4B-9114-BB7868C5B5F2}"/>
                </a:ext>
              </a:extLst>
            </p:cNvPr>
            <p:cNvGrpSpPr/>
            <p:nvPr/>
          </p:nvGrpSpPr>
          <p:grpSpPr>
            <a:xfrm>
              <a:off x="26826863" y="7296694"/>
              <a:ext cx="6957135" cy="8429721"/>
              <a:chOff x="36536713" y="4114800"/>
              <a:chExt cx="10800000" cy="13085990"/>
            </a:xfrm>
          </p:grpSpPr>
          <p:grpSp>
            <p:nvGrpSpPr>
              <p:cNvPr id="638" name="Group 637">
                <a:extLst>
                  <a:ext uri="{FF2B5EF4-FFF2-40B4-BE49-F238E27FC236}">
                    <a16:creationId xmlns:a16="http://schemas.microsoft.com/office/drawing/2014/main" id="{8EC5FE20-926D-BC4E-AB70-F26B4906FE30}"/>
                  </a:ext>
                </a:extLst>
              </p:cNvPr>
              <p:cNvGrpSpPr/>
              <p:nvPr/>
            </p:nvGrpSpPr>
            <p:grpSpPr>
              <a:xfrm>
                <a:off x="36536713" y="4114800"/>
                <a:ext cx="10800000" cy="1350000"/>
                <a:chOff x="24317981" y="4114800"/>
                <a:chExt cx="10800000" cy="1350000"/>
              </a:xfrm>
            </p:grpSpPr>
            <p:sp>
              <p:nvSpPr>
                <p:cNvPr id="659" name="Rectangle 658">
                  <a:extLst>
                    <a:ext uri="{FF2B5EF4-FFF2-40B4-BE49-F238E27FC236}">
                      <a16:creationId xmlns:a16="http://schemas.microsoft.com/office/drawing/2014/main" id="{DA998107-40EF-974C-9CBA-FA7545C4FEC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417981" y="4114800"/>
                  <a:ext cx="2700000" cy="1350000"/>
                </a:xfrm>
                <a:prstGeom prst="rect">
                  <a:avLst/>
                </a:prstGeom>
                <a:solidFill>
                  <a:srgbClr val="7030A0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61" name="Rectangle 660">
                  <a:extLst>
                    <a:ext uri="{FF2B5EF4-FFF2-40B4-BE49-F238E27FC236}">
                      <a16:creationId xmlns:a16="http://schemas.microsoft.com/office/drawing/2014/main" id="{015C01A0-9E1A-7649-B16D-BA56CC321C0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317981" y="4114800"/>
                  <a:ext cx="2700000" cy="1350000"/>
                </a:xfrm>
                <a:prstGeom prst="rect">
                  <a:avLst/>
                </a:prstGeom>
                <a:solidFill>
                  <a:srgbClr val="C00000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 dirty="0"/>
                </a:p>
              </p:txBody>
            </p:sp>
            <p:sp>
              <p:nvSpPr>
                <p:cNvPr id="663" name="Rectangle 662">
                  <a:extLst>
                    <a:ext uri="{FF2B5EF4-FFF2-40B4-BE49-F238E27FC236}">
                      <a16:creationId xmlns:a16="http://schemas.microsoft.com/office/drawing/2014/main" id="{C35D2880-87EC-364E-943A-C910E6D4DDF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017981" y="4114800"/>
                  <a:ext cx="2700000" cy="1350000"/>
                </a:xfrm>
                <a:prstGeom prst="rect">
                  <a:avLst/>
                </a:prstGeom>
                <a:solidFill>
                  <a:srgbClr val="FFC000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64" name="Rectangle 663">
                  <a:extLst>
                    <a:ext uri="{FF2B5EF4-FFF2-40B4-BE49-F238E27FC236}">
                      <a16:creationId xmlns:a16="http://schemas.microsoft.com/office/drawing/2014/main" id="{3421D301-8051-714B-94DF-2B4F910D1C9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717981" y="4114800"/>
                  <a:ext cx="2700000" cy="1350000"/>
                </a:xfrm>
                <a:prstGeom prst="rect">
                  <a:avLst/>
                </a:prstGeom>
                <a:solidFill>
                  <a:srgbClr val="002060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</p:grpSp>
          <p:grpSp>
            <p:nvGrpSpPr>
              <p:cNvPr id="639" name="Group 638">
                <a:extLst>
                  <a:ext uri="{FF2B5EF4-FFF2-40B4-BE49-F238E27FC236}">
                    <a16:creationId xmlns:a16="http://schemas.microsoft.com/office/drawing/2014/main" id="{FD86D7EA-1450-2D42-AE36-966CA0BB288B}"/>
                  </a:ext>
                </a:extLst>
              </p:cNvPr>
              <p:cNvGrpSpPr/>
              <p:nvPr/>
            </p:nvGrpSpPr>
            <p:grpSpPr>
              <a:xfrm>
                <a:off x="36536713" y="5791370"/>
                <a:ext cx="10800000" cy="1350000"/>
                <a:chOff x="24317981" y="7674428"/>
                <a:chExt cx="10800000" cy="1350000"/>
              </a:xfrm>
            </p:grpSpPr>
            <p:sp>
              <p:nvSpPr>
                <p:cNvPr id="653" name="Rectangle 652">
                  <a:extLst>
                    <a:ext uri="{FF2B5EF4-FFF2-40B4-BE49-F238E27FC236}">
                      <a16:creationId xmlns:a16="http://schemas.microsoft.com/office/drawing/2014/main" id="{5FF32A1E-DE4A-9B4A-8FDE-7F1D55AEFEA5}"/>
                    </a:ext>
                  </a:extLst>
                </p:cNvPr>
                <p:cNvSpPr/>
                <p:nvPr/>
              </p:nvSpPr>
              <p:spPr>
                <a:xfrm>
                  <a:off x="24317981" y="7674428"/>
                  <a:ext cx="2700000" cy="1350000"/>
                </a:xfrm>
                <a:prstGeom prst="rect">
                  <a:avLst/>
                </a:prstGeom>
                <a:solidFill>
                  <a:srgbClr val="92D050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55" name="Rectangle 654">
                  <a:extLst>
                    <a:ext uri="{FF2B5EF4-FFF2-40B4-BE49-F238E27FC236}">
                      <a16:creationId xmlns:a16="http://schemas.microsoft.com/office/drawing/2014/main" id="{611801BF-FE65-EE45-9BDA-B4F15393036E}"/>
                    </a:ext>
                  </a:extLst>
                </p:cNvPr>
                <p:cNvSpPr/>
                <p:nvPr/>
              </p:nvSpPr>
              <p:spPr>
                <a:xfrm>
                  <a:off x="27017981" y="7674428"/>
                  <a:ext cx="2700000" cy="1350000"/>
                </a:xfrm>
                <a:prstGeom prst="rect">
                  <a:avLst/>
                </a:prstGeom>
                <a:solidFill>
                  <a:srgbClr val="00B0F0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56" name="Rectangle 655">
                  <a:extLst>
                    <a:ext uri="{FF2B5EF4-FFF2-40B4-BE49-F238E27FC236}">
                      <a16:creationId xmlns:a16="http://schemas.microsoft.com/office/drawing/2014/main" id="{9FEF657C-10A1-334A-8EC4-3559323CD659}"/>
                    </a:ext>
                  </a:extLst>
                </p:cNvPr>
                <p:cNvSpPr/>
                <p:nvPr/>
              </p:nvSpPr>
              <p:spPr>
                <a:xfrm>
                  <a:off x="29717981" y="7674428"/>
                  <a:ext cx="2700000" cy="1350000"/>
                </a:xfrm>
                <a:prstGeom prst="rect">
                  <a:avLst/>
                </a:prstGeom>
                <a:solidFill>
                  <a:srgbClr val="FF0000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57" name="Rectangle 656">
                  <a:extLst>
                    <a:ext uri="{FF2B5EF4-FFF2-40B4-BE49-F238E27FC236}">
                      <a16:creationId xmlns:a16="http://schemas.microsoft.com/office/drawing/2014/main" id="{14BCDDDA-259C-294F-A5A2-003C56F76E21}"/>
                    </a:ext>
                  </a:extLst>
                </p:cNvPr>
                <p:cNvSpPr/>
                <p:nvPr/>
              </p:nvSpPr>
              <p:spPr>
                <a:xfrm>
                  <a:off x="32417981" y="7674428"/>
                  <a:ext cx="2700000" cy="1350000"/>
                </a:xfrm>
                <a:prstGeom prst="rect">
                  <a:avLst/>
                </a:prstGeom>
                <a:solidFill>
                  <a:srgbClr val="FFFF00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</p:grpSp>
          <p:grpSp>
            <p:nvGrpSpPr>
              <p:cNvPr id="640" name="Group 639">
                <a:extLst>
                  <a:ext uri="{FF2B5EF4-FFF2-40B4-BE49-F238E27FC236}">
                    <a16:creationId xmlns:a16="http://schemas.microsoft.com/office/drawing/2014/main" id="{38241513-54E9-0B4A-9462-996B4D03A565}"/>
                  </a:ext>
                </a:extLst>
              </p:cNvPr>
              <p:cNvGrpSpPr/>
              <p:nvPr/>
            </p:nvGrpSpPr>
            <p:grpSpPr>
              <a:xfrm>
                <a:off x="36536713" y="7467940"/>
                <a:ext cx="10800000" cy="1350000"/>
                <a:chOff x="24317981" y="10559056"/>
                <a:chExt cx="10800000" cy="1350000"/>
              </a:xfrm>
            </p:grpSpPr>
            <p:sp>
              <p:nvSpPr>
                <p:cNvPr id="649" name="Rectangle 648">
                  <a:extLst>
                    <a:ext uri="{FF2B5EF4-FFF2-40B4-BE49-F238E27FC236}">
                      <a16:creationId xmlns:a16="http://schemas.microsoft.com/office/drawing/2014/main" id="{CD1D7E9C-EC0E-0845-8E66-8359147030E6}"/>
                    </a:ext>
                  </a:extLst>
                </p:cNvPr>
                <p:cNvSpPr/>
                <p:nvPr/>
              </p:nvSpPr>
              <p:spPr>
                <a:xfrm>
                  <a:off x="24317981" y="10559056"/>
                  <a:ext cx="2700000" cy="1350000"/>
                </a:xfrm>
                <a:prstGeom prst="rect">
                  <a:avLst/>
                </a:prstGeom>
                <a:solidFill>
                  <a:srgbClr val="00B050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50" name="Rectangle 649">
                  <a:extLst>
                    <a:ext uri="{FF2B5EF4-FFF2-40B4-BE49-F238E27FC236}">
                      <a16:creationId xmlns:a16="http://schemas.microsoft.com/office/drawing/2014/main" id="{77079648-A7E9-C442-BB4C-8429698A957D}"/>
                    </a:ext>
                  </a:extLst>
                </p:cNvPr>
                <p:cNvSpPr/>
                <p:nvPr/>
              </p:nvSpPr>
              <p:spPr>
                <a:xfrm>
                  <a:off x="27017981" y="10559056"/>
                  <a:ext cx="2700000" cy="1350000"/>
                </a:xfrm>
                <a:prstGeom prst="rect">
                  <a:avLst/>
                </a:prstGeom>
                <a:solidFill>
                  <a:srgbClr val="0070C0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51" name="Rectangle 650">
                  <a:extLst>
                    <a:ext uri="{FF2B5EF4-FFF2-40B4-BE49-F238E27FC236}">
                      <a16:creationId xmlns:a16="http://schemas.microsoft.com/office/drawing/2014/main" id="{3416421C-0115-CC4E-B7AE-2124C8CF7395}"/>
                    </a:ext>
                  </a:extLst>
                </p:cNvPr>
                <p:cNvSpPr/>
                <p:nvPr/>
              </p:nvSpPr>
              <p:spPr>
                <a:xfrm>
                  <a:off x="29717981" y="10559056"/>
                  <a:ext cx="2700000" cy="1350000"/>
                </a:xfrm>
                <a:prstGeom prst="rect">
                  <a:avLst/>
                </a:prstGeom>
                <a:solidFill>
                  <a:srgbClr val="FF9300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52" name="Rectangle 651">
                  <a:extLst>
                    <a:ext uri="{FF2B5EF4-FFF2-40B4-BE49-F238E27FC236}">
                      <a16:creationId xmlns:a16="http://schemas.microsoft.com/office/drawing/2014/main" id="{6306482C-E486-424D-9F75-383A08F540FD}"/>
                    </a:ext>
                  </a:extLst>
                </p:cNvPr>
                <p:cNvSpPr/>
                <p:nvPr/>
              </p:nvSpPr>
              <p:spPr>
                <a:xfrm>
                  <a:off x="32417981" y="10559056"/>
                  <a:ext cx="2700000" cy="1350000"/>
                </a:xfrm>
                <a:prstGeom prst="rect">
                  <a:avLst/>
                </a:prstGeom>
                <a:solidFill>
                  <a:schemeClr val="tx1">
                    <a:alpha val="60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 dirty="0"/>
                </a:p>
              </p:txBody>
            </p:sp>
          </p:grpSp>
          <p:grpSp>
            <p:nvGrpSpPr>
              <p:cNvPr id="642" name="Group 641">
                <a:extLst>
                  <a:ext uri="{FF2B5EF4-FFF2-40B4-BE49-F238E27FC236}">
                    <a16:creationId xmlns:a16="http://schemas.microsoft.com/office/drawing/2014/main" id="{270767BC-7185-FE4F-A80D-BE96DC7FEC1C}"/>
                  </a:ext>
                </a:extLst>
              </p:cNvPr>
              <p:cNvGrpSpPr/>
              <p:nvPr/>
            </p:nvGrpSpPr>
            <p:grpSpPr>
              <a:xfrm>
                <a:off x="36536713" y="9144510"/>
                <a:ext cx="10800000" cy="1350000"/>
                <a:chOff x="24317981" y="12768684"/>
                <a:chExt cx="10800000" cy="1350000"/>
              </a:xfrm>
            </p:grpSpPr>
            <p:sp>
              <p:nvSpPr>
                <p:cNvPr id="643" name="Rectangle 642">
                  <a:extLst>
                    <a:ext uri="{FF2B5EF4-FFF2-40B4-BE49-F238E27FC236}">
                      <a16:creationId xmlns:a16="http://schemas.microsoft.com/office/drawing/2014/main" id="{6B4C2057-9979-4646-A1B1-F971197BF082}"/>
                    </a:ext>
                  </a:extLst>
                </p:cNvPr>
                <p:cNvSpPr/>
                <p:nvPr/>
              </p:nvSpPr>
              <p:spPr>
                <a:xfrm>
                  <a:off x="24317981" y="12768684"/>
                  <a:ext cx="2700000" cy="1350000"/>
                </a:xfrm>
                <a:prstGeom prst="rect">
                  <a:avLst/>
                </a:prstGeom>
                <a:solidFill>
                  <a:srgbClr val="AB7942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44" name="Rectangle 643">
                  <a:extLst>
                    <a:ext uri="{FF2B5EF4-FFF2-40B4-BE49-F238E27FC236}">
                      <a16:creationId xmlns:a16="http://schemas.microsoft.com/office/drawing/2014/main" id="{5EBF6B27-A75D-694E-B420-368C4EAB15F3}"/>
                    </a:ext>
                  </a:extLst>
                </p:cNvPr>
                <p:cNvSpPr/>
                <p:nvPr/>
              </p:nvSpPr>
              <p:spPr>
                <a:xfrm>
                  <a:off x="27017981" y="12768684"/>
                  <a:ext cx="2700000" cy="1350000"/>
                </a:xfrm>
                <a:prstGeom prst="rect">
                  <a:avLst/>
                </a:prstGeom>
                <a:solidFill>
                  <a:srgbClr val="FF40FF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46" name="Rectangle 645">
                  <a:extLst>
                    <a:ext uri="{FF2B5EF4-FFF2-40B4-BE49-F238E27FC236}">
                      <a16:creationId xmlns:a16="http://schemas.microsoft.com/office/drawing/2014/main" id="{C1DAC32D-E185-8942-832C-09C2B3ED71F6}"/>
                    </a:ext>
                  </a:extLst>
                </p:cNvPr>
                <p:cNvSpPr/>
                <p:nvPr/>
              </p:nvSpPr>
              <p:spPr>
                <a:xfrm>
                  <a:off x="29717981" y="12768684"/>
                  <a:ext cx="2700000" cy="1350000"/>
                </a:xfrm>
                <a:prstGeom prst="rect">
                  <a:avLst/>
                </a:prstGeom>
                <a:solidFill>
                  <a:srgbClr val="00FDFF">
                    <a:alpha val="75000"/>
                  </a:srgb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48" name="Rectangle 647">
                  <a:extLst>
                    <a:ext uri="{FF2B5EF4-FFF2-40B4-BE49-F238E27FC236}">
                      <a16:creationId xmlns:a16="http://schemas.microsoft.com/office/drawing/2014/main" id="{6ADD79D1-15CD-F249-BD0A-3523AEFEB38E}"/>
                    </a:ext>
                  </a:extLst>
                </p:cNvPr>
                <p:cNvSpPr/>
                <p:nvPr/>
              </p:nvSpPr>
              <p:spPr>
                <a:xfrm>
                  <a:off x="32417981" y="12768684"/>
                  <a:ext cx="2700000" cy="1350000"/>
                </a:xfrm>
                <a:prstGeom prst="rect">
                  <a:avLst/>
                </a:prstGeom>
                <a:solidFill>
                  <a:schemeClr val="accent2">
                    <a:lumMod val="50000"/>
                    <a:alpha val="75000"/>
                  </a:schemeClr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sz="4800" b="1"/>
                </a:p>
              </p:txBody>
            </p:sp>
          </p:grpSp>
          <p:grpSp>
            <p:nvGrpSpPr>
              <p:cNvPr id="666" name="Group 665">
                <a:extLst>
                  <a:ext uri="{FF2B5EF4-FFF2-40B4-BE49-F238E27FC236}">
                    <a16:creationId xmlns:a16="http://schemas.microsoft.com/office/drawing/2014/main" id="{C4D52648-06F6-B54E-93B9-64E4A0B56616}"/>
                  </a:ext>
                </a:extLst>
              </p:cNvPr>
              <p:cNvGrpSpPr/>
              <p:nvPr/>
            </p:nvGrpSpPr>
            <p:grpSpPr>
              <a:xfrm>
                <a:off x="36536713" y="10821080"/>
                <a:ext cx="10800000" cy="1350000"/>
                <a:chOff x="24317981" y="4114800"/>
                <a:chExt cx="10800000" cy="1350000"/>
              </a:xfrm>
            </p:grpSpPr>
            <p:sp>
              <p:nvSpPr>
                <p:cNvPr id="683" name="Rectangle 682">
                  <a:extLst>
                    <a:ext uri="{FF2B5EF4-FFF2-40B4-BE49-F238E27FC236}">
                      <a16:creationId xmlns:a16="http://schemas.microsoft.com/office/drawing/2014/main" id="{FD41A2E0-41F1-F749-A09A-30B5EDC65E7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2417981" y="4114800"/>
                  <a:ext cx="2700000" cy="1350000"/>
                </a:xfrm>
                <a:prstGeom prst="rect">
                  <a:avLst/>
                </a:prstGeom>
                <a:solidFill>
                  <a:srgbClr val="BC976F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84" name="Rectangle 683">
                  <a:extLst>
                    <a:ext uri="{FF2B5EF4-FFF2-40B4-BE49-F238E27FC236}">
                      <a16:creationId xmlns:a16="http://schemas.microsoft.com/office/drawing/2014/main" id="{84478ADA-EDD0-5F4D-8051-C81014CD058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317981" y="4114800"/>
                  <a:ext cx="2700000" cy="1350000"/>
                </a:xfrm>
                <a:prstGeom prst="rect">
                  <a:avLst/>
                </a:prstGeom>
                <a:solidFill>
                  <a:srgbClr val="9060B4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 dirty="0"/>
                </a:p>
              </p:txBody>
            </p:sp>
            <p:sp>
              <p:nvSpPr>
                <p:cNvPr id="685" name="Rectangle 684">
                  <a:extLst>
                    <a:ext uri="{FF2B5EF4-FFF2-40B4-BE49-F238E27FC236}">
                      <a16:creationId xmlns:a16="http://schemas.microsoft.com/office/drawing/2014/main" id="{DD828FD1-35FD-3749-A353-E77665D3557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7017981" y="4114800"/>
                  <a:ext cx="2700000" cy="1350000"/>
                </a:xfrm>
                <a:prstGeom prst="rect">
                  <a:avLst/>
                </a:prstGeom>
                <a:solidFill>
                  <a:srgbClr val="FE554D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86" name="Rectangle 685">
                  <a:extLst>
                    <a:ext uri="{FF2B5EF4-FFF2-40B4-BE49-F238E27FC236}">
                      <a16:creationId xmlns:a16="http://schemas.microsoft.com/office/drawing/2014/main" id="{33D3B720-F9A3-FA44-BD27-A4463C9B2BB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717981" y="4114800"/>
                  <a:ext cx="2700000" cy="1350000"/>
                </a:xfrm>
                <a:prstGeom prst="rect">
                  <a:avLst/>
                </a:prstGeom>
                <a:solidFill>
                  <a:srgbClr val="4F8FCC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</p:grpSp>
          <p:grpSp>
            <p:nvGrpSpPr>
              <p:cNvPr id="667" name="Group 666">
                <a:extLst>
                  <a:ext uri="{FF2B5EF4-FFF2-40B4-BE49-F238E27FC236}">
                    <a16:creationId xmlns:a16="http://schemas.microsoft.com/office/drawing/2014/main" id="{F58DF96D-8BFB-EC47-8860-ECE71864174A}"/>
                  </a:ext>
                </a:extLst>
              </p:cNvPr>
              <p:cNvGrpSpPr/>
              <p:nvPr/>
            </p:nvGrpSpPr>
            <p:grpSpPr>
              <a:xfrm>
                <a:off x="36536713" y="12497650"/>
                <a:ext cx="10800000" cy="1350000"/>
                <a:chOff x="24317981" y="7674428"/>
                <a:chExt cx="10800000" cy="1350000"/>
              </a:xfrm>
            </p:grpSpPr>
            <p:sp>
              <p:nvSpPr>
                <p:cNvPr id="679" name="Rectangle 678">
                  <a:extLst>
                    <a:ext uri="{FF2B5EF4-FFF2-40B4-BE49-F238E27FC236}">
                      <a16:creationId xmlns:a16="http://schemas.microsoft.com/office/drawing/2014/main" id="{A5C4E34B-0D52-AC47-AF8C-9CBB783BE9EE}"/>
                    </a:ext>
                  </a:extLst>
                </p:cNvPr>
                <p:cNvSpPr/>
                <p:nvPr/>
              </p:nvSpPr>
              <p:spPr>
                <a:xfrm>
                  <a:off x="24317981" y="7674428"/>
                  <a:ext cx="2700000" cy="1350000"/>
                </a:xfrm>
                <a:prstGeom prst="rect">
                  <a:avLst/>
                </a:prstGeom>
                <a:solidFill>
                  <a:srgbClr val="FAFB61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80" name="Rectangle 679">
                  <a:extLst>
                    <a:ext uri="{FF2B5EF4-FFF2-40B4-BE49-F238E27FC236}">
                      <a16:creationId xmlns:a16="http://schemas.microsoft.com/office/drawing/2014/main" id="{D1212BCD-64E9-DC42-8736-A868340E40C8}"/>
                    </a:ext>
                  </a:extLst>
                </p:cNvPr>
                <p:cNvSpPr/>
                <p:nvPr/>
              </p:nvSpPr>
              <p:spPr>
                <a:xfrm>
                  <a:off x="27017981" y="7674428"/>
                  <a:ext cx="2700000" cy="1350000"/>
                </a:xfrm>
                <a:prstGeom prst="rect">
                  <a:avLst/>
                </a:prstGeom>
                <a:solidFill>
                  <a:srgbClr val="3C5485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81" name="Rectangle 680">
                  <a:extLst>
                    <a:ext uri="{FF2B5EF4-FFF2-40B4-BE49-F238E27FC236}">
                      <a16:creationId xmlns:a16="http://schemas.microsoft.com/office/drawing/2014/main" id="{5B06DBF9-89A9-DB47-A818-FEB5BAF6D2B3}"/>
                    </a:ext>
                  </a:extLst>
                </p:cNvPr>
                <p:cNvSpPr/>
                <p:nvPr/>
              </p:nvSpPr>
              <p:spPr>
                <a:xfrm>
                  <a:off x="29717981" y="7674428"/>
                  <a:ext cx="2700000" cy="1350000"/>
                </a:xfrm>
                <a:prstGeom prst="rect">
                  <a:avLst/>
                </a:prstGeom>
                <a:solidFill>
                  <a:srgbClr val="5CC078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82" name="Rectangle 681">
                  <a:extLst>
                    <a:ext uri="{FF2B5EF4-FFF2-40B4-BE49-F238E27FC236}">
                      <a16:creationId xmlns:a16="http://schemas.microsoft.com/office/drawing/2014/main" id="{814D3B3C-61F4-1E43-8890-CBFE0F2134FF}"/>
                    </a:ext>
                  </a:extLst>
                </p:cNvPr>
                <p:cNvSpPr/>
                <p:nvPr/>
              </p:nvSpPr>
              <p:spPr>
                <a:xfrm>
                  <a:off x="32417981" y="7674428"/>
                  <a:ext cx="2700000" cy="1350000"/>
                </a:xfrm>
                <a:prstGeom prst="rect">
                  <a:avLst/>
                </a:prstGeom>
                <a:solidFill>
                  <a:srgbClr val="FD70FA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</p:grpSp>
          <p:grpSp>
            <p:nvGrpSpPr>
              <p:cNvPr id="668" name="Group 667">
                <a:extLst>
                  <a:ext uri="{FF2B5EF4-FFF2-40B4-BE49-F238E27FC236}">
                    <a16:creationId xmlns:a16="http://schemas.microsoft.com/office/drawing/2014/main" id="{80D07E58-1909-7148-9913-5AD7253459FC}"/>
                  </a:ext>
                </a:extLst>
              </p:cNvPr>
              <p:cNvGrpSpPr/>
              <p:nvPr/>
            </p:nvGrpSpPr>
            <p:grpSpPr>
              <a:xfrm>
                <a:off x="36536713" y="14174220"/>
                <a:ext cx="10800000" cy="1350000"/>
                <a:chOff x="24317981" y="10559056"/>
                <a:chExt cx="10800000" cy="1350000"/>
              </a:xfrm>
            </p:grpSpPr>
            <p:sp>
              <p:nvSpPr>
                <p:cNvPr id="674" name="Rectangle 673">
                  <a:extLst>
                    <a:ext uri="{FF2B5EF4-FFF2-40B4-BE49-F238E27FC236}">
                      <a16:creationId xmlns:a16="http://schemas.microsoft.com/office/drawing/2014/main" id="{A3C95ECD-F838-3A47-8D20-E0311F072870}"/>
                    </a:ext>
                  </a:extLst>
                </p:cNvPr>
                <p:cNvSpPr/>
                <p:nvPr/>
              </p:nvSpPr>
              <p:spPr>
                <a:xfrm>
                  <a:off x="24317981" y="10559056"/>
                  <a:ext cx="2700000" cy="1350000"/>
                </a:xfrm>
                <a:prstGeom prst="rect">
                  <a:avLst/>
                </a:prstGeom>
                <a:solidFill>
                  <a:srgbClr val="5F5F5F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76" name="Rectangle 675">
                  <a:extLst>
                    <a:ext uri="{FF2B5EF4-FFF2-40B4-BE49-F238E27FC236}">
                      <a16:creationId xmlns:a16="http://schemas.microsoft.com/office/drawing/2014/main" id="{F90A175B-0490-A049-8568-2705E44B4B12}"/>
                    </a:ext>
                  </a:extLst>
                </p:cNvPr>
                <p:cNvSpPr/>
                <p:nvPr/>
              </p:nvSpPr>
              <p:spPr>
                <a:xfrm>
                  <a:off x="27017981" y="10559056"/>
                  <a:ext cx="2700000" cy="1350000"/>
                </a:xfrm>
                <a:prstGeom prst="rect">
                  <a:avLst/>
                </a:prstGeom>
                <a:solidFill>
                  <a:srgbClr val="6BFAFB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77" name="Rectangle 676">
                  <a:extLst>
                    <a:ext uri="{FF2B5EF4-FFF2-40B4-BE49-F238E27FC236}">
                      <a16:creationId xmlns:a16="http://schemas.microsoft.com/office/drawing/2014/main" id="{07FA204F-5ED0-5348-B3D9-D17D37874461}"/>
                    </a:ext>
                  </a:extLst>
                </p:cNvPr>
                <p:cNvSpPr/>
                <p:nvPr/>
              </p:nvSpPr>
              <p:spPr>
                <a:xfrm>
                  <a:off x="29717981" y="10559056"/>
                  <a:ext cx="2700000" cy="1350000"/>
                </a:xfrm>
                <a:prstGeom prst="rect">
                  <a:avLst/>
                </a:prstGeom>
                <a:solidFill>
                  <a:srgbClr val="FBCB5A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78" name="Rectangle 677">
                  <a:extLst>
                    <a:ext uri="{FF2B5EF4-FFF2-40B4-BE49-F238E27FC236}">
                      <a16:creationId xmlns:a16="http://schemas.microsoft.com/office/drawing/2014/main" id="{B998B0BF-D81F-054A-A929-13CC4BED5D40}"/>
                    </a:ext>
                  </a:extLst>
                </p:cNvPr>
                <p:cNvSpPr/>
                <p:nvPr/>
              </p:nvSpPr>
              <p:spPr>
                <a:xfrm>
                  <a:off x="32417981" y="10559056"/>
                  <a:ext cx="2700000" cy="1350000"/>
                </a:xfrm>
                <a:prstGeom prst="rect">
                  <a:avLst/>
                </a:prstGeom>
                <a:solidFill>
                  <a:srgbClr val="A9D87A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 dirty="0"/>
                </a:p>
              </p:txBody>
            </p:sp>
          </p:grpSp>
          <p:grpSp>
            <p:nvGrpSpPr>
              <p:cNvPr id="669" name="Group 668">
                <a:extLst>
                  <a:ext uri="{FF2B5EF4-FFF2-40B4-BE49-F238E27FC236}">
                    <a16:creationId xmlns:a16="http://schemas.microsoft.com/office/drawing/2014/main" id="{F81E3431-5B77-EE4A-BE39-5792CB494A1A}"/>
                  </a:ext>
                </a:extLst>
              </p:cNvPr>
              <p:cNvGrpSpPr/>
              <p:nvPr/>
            </p:nvGrpSpPr>
            <p:grpSpPr>
              <a:xfrm>
                <a:off x="36536713" y="15850790"/>
                <a:ext cx="10800000" cy="1350000"/>
                <a:chOff x="24317981" y="12768684"/>
                <a:chExt cx="10800000" cy="1350000"/>
              </a:xfrm>
            </p:grpSpPr>
            <p:sp>
              <p:nvSpPr>
                <p:cNvPr id="670" name="Rectangle 669">
                  <a:extLst>
                    <a:ext uri="{FF2B5EF4-FFF2-40B4-BE49-F238E27FC236}">
                      <a16:creationId xmlns:a16="http://schemas.microsoft.com/office/drawing/2014/main" id="{C85A98C4-7CA7-DA46-9EE2-A45F5C7FB424}"/>
                    </a:ext>
                  </a:extLst>
                </p:cNvPr>
                <p:cNvSpPr/>
                <p:nvPr/>
              </p:nvSpPr>
              <p:spPr>
                <a:xfrm>
                  <a:off x="24317981" y="12768684"/>
                  <a:ext cx="2700000" cy="1350000"/>
                </a:xfrm>
                <a:prstGeom prst="rect">
                  <a:avLst/>
                </a:prstGeom>
                <a:solidFill>
                  <a:srgbClr val="A0694A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71" name="Rectangle 670">
                  <a:extLst>
                    <a:ext uri="{FF2B5EF4-FFF2-40B4-BE49-F238E27FC236}">
                      <a16:creationId xmlns:a16="http://schemas.microsoft.com/office/drawing/2014/main" id="{2FB3D50F-DA1E-1348-8707-B61546CED12D}"/>
                    </a:ext>
                  </a:extLst>
                </p:cNvPr>
                <p:cNvSpPr/>
                <p:nvPr/>
              </p:nvSpPr>
              <p:spPr>
                <a:xfrm>
                  <a:off x="27017981" y="12768684"/>
                  <a:ext cx="2700000" cy="1350000"/>
                </a:xfrm>
                <a:prstGeom prst="rect">
                  <a:avLst/>
                </a:prstGeom>
                <a:solidFill>
                  <a:srgbClr val="FCA956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72" name="Rectangle 671">
                  <a:extLst>
                    <a:ext uri="{FF2B5EF4-FFF2-40B4-BE49-F238E27FC236}">
                      <a16:creationId xmlns:a16="http://schemas.microsoft.com/office/drawing/2014/main" id="{1BEE130E-5E41-B44D-99A1-402943C7F947}"/>
                    </a:ext>
                  </a:extLst>
                </p:cNvPr>
                <p:cNvSpPr/>
                <p:nvPr/>
              </p:nvSpPr>
              <p:spPr>
                <a:xfrm>
                  <a:off x="29717981" y="12768684"/>
                  <a:ext cx="2700000" cy="1350000"/>
                </a:xfrm>
                <a:prstGeom prst="rect">
                  <a:avLst/>
                </a:prstGeom>
                <a:solidFill>
                  <a:srgbClr val="5DC0F0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4800" b="1"/>
                </a:p>
              </p:txBody>
            </p:sp>
            <p:sp>
              <p:nvSpPr>
                <p:cNvPr id="673" name="Rectangle 672">
                  <a:extLst>
                    <a:ext uri="{FF2B5EF4-FFF2-40B4-BE49-F238E27FC236}">
                      <a16:creationId xmlns:a16="http://schemas.microsoft.com/office/drawing/2014/main" id="{C6B021A3-F51F-6349-ACFF-0A8AD53038F3}"/>
                    </a:ext>
                  </a:extLst>
                </p:cNvPr>
                <p:cNvSpPr/>
                <p:nvPr/>
              </p:nvSpPr>
              <p:spPr>
                <a:xfrm>
                  <a:off x="32417981" y="12768684"/>
                  <a:ext cx="2700000" cy="1350000"/>
                </a:xfrm>
                <a:prstGeom prst="rect">
                  <a:avLst/>
                </a:prstGeom>
                <a:solidFill>
                  <a:srgbClr val="CE4E48"/>
                </a:solidFill>
                <a:ln w="2540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sz="4800" b="1"/>
                </a:p>
              </p:txBody>
            </p:sp>
          </p:grpSp>
        </p:grpSp>
        <p:cxnSp>
          <p:nvCxnSpPr>
            <p:cNvPr id="687" name="Straight Arrow Connector 686">
              <a:extLst>
                <a:ext uri="{FF2B5EF4-FFF2-40B4-BE49-F238E27FC236}">
                  <a16:creationId xmlns:a16="http://schemas.microsoft.com/office/drawing/2014/main" id="{7B653AAE-6574-2140-A27B-C7F1FA4E869C}"/>
                </a:ext>
              </a:extLst>
            </p:cNvPr>
            <p:cNvCxnSpPr>
              <a:cxnSpLocks/>
            </p:cNvCxnSpPr>
            <p:nvPr/>
          </p:nvCxnSpPr>
          <p:spPr>
            <a:xfrm>
              <a:off x="26826863" y="6932500"/>
              <a:ext cx="6957135" cy="0"/>
            </a:xfrm>
            <a:prstGeom prst="straightConnector1">
              <a:avLst/>
            </a:prstGeom>
            <a:ln w="635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8" name="Rectangle 687">
              <a:extLst>
                <a:ext uri="{FF2B5EF4-FFF2-40B4-BE49-F238E27FC236}">
                  <a16:creationId xmlns:a16="http://schemas.microsoft.com/office/drawing/2014/main" id="{DBA39E44-DF78-D142-9C48-F6F0B69B3F4E}"/>
                </a:ext>
              </a:extLst>
            </p:cNvPr>
            <p:cNvSpPr/>
            <p:nvPr/>
          </p:nvSpPr>
          <p:spPr>
            <a:xfrm>
              <a:off x="25545463" y="6611456"/>
              <a:ext cx="900000" cy="23186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4800" b="1" dirty="0">
                  <a:solidFill>
                    <a:schemeClr val="tx1"/>
                  </a:solidFill>
                </a:rPr>
                <a:t>Channel</a:t>
              </a:r>
            </a:p>
          </p:txBody>
        </p:sp>
        <p:cxnSp>
          <p:nvCxnSpPr>
            <p:cNvPr id="690" name="Straight Arrow Connector 689">
              <a:extLst>
                <a:ext uri="{FF2B5EF4-FFF2-40B4-BE49-F238E27FC236}">
                  <a16:creationId xmlns:a16="http://schemas.microsoft.com/office/drawing/2014/main" id="{BBC00C36-6DA2-F941-AD4C-EBC802CEF34A}"/>
                </a:ext>
              </a:extLst>
            </p:cNvPr>
            <p:cNvCxnSpPr>
              <a:cxnSpLocks/>
            </p:cNvCxnSpPr>
            <p:nvPr/>
          </p:nvCxnSpPr>
          <p:spPr>
            <a:xfrm>
              <a:off x="26483713" y="7296694"/>
              <a:ext cx="0" cy="869642"/>
            </a:xfrm>
            <a:prstGeom prst="straightConnector1">
              <a:avLst/>
            </a:prstGeom>
            <a:ln w="635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1" name="Rectangle 690">
              <a:extLst>
                <a:ext uri="{FF2B5EF4-FFF2-40B4-BE49-F238E27FC236}">
                  <a16:creationId xmlns:a16="http://schemas.microsoft.com/office/drawing/2014/main" id="{2F2E70DB-327B-D14D-9048-E4E97C7CB975}"/>
                </a:ext>
              </a:extLst>
            </p:cNvPr>
            <p:cNvSpPr/>
            <p:nvPr/>
          </p:nvSpPr>
          <p:spPr>
            <a:xfrm>
              <a:off x="29124255" y="6032500"/>
              <a:ext cx="2362351" cy="90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b="1" dirty="0">
                  <a:solidFill>
                    <a:schemeClr val="tx1"/>
                  </a:solidFill>
                </a:rPr>
                <a:t>Pixel</a:t>
              </a:r>
            </a:p>
          </p:txBody>
        </p:sp>
        <p:cxnSp>
          <p:nvCxnSpPr>
            <p:cNvPr id="692" name="Straight Arrow Connector 691">
              <a:extLst>
                <a:ext uri="{FF2B5EF4-FFF2-40B4-BE49-F238E27FC236}">
                  <a16:creationId xmlns:a16="http://schemas.microsoft.com/office/drawing/2014/main" id="{8FDD5BBA-C85E-F045-8381-525902584CD7}"/>
                </a:ext>
              </a:extLst>
            </p:cNvPr>
            <p:cNvCxnSpPr>
              <a:cxnSpLocks/>
            </p:cNvCxnSpPr>
            <p:nvPr/>
          </p:nvCxnSpPr>
          <p:spPr>
            <a:xfrm>
              <a:off x="34179184" y="7313022"/>
              <a:ext cx="0" cy="8413393"/>
            </a:xfrm>
            <a:prstGeom prst="straightConnector1">
              <a:avLst/>
            </a:prstGeom>
            <a:ln w="635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3" name="Rectangle 692">
              <a:extLst>
                <a:ext uri="{FF2B5EF4-FFF2-40B4-BE49-F238E27FC236}">
                  <a16:creationId xmlns:a16="http://schemas.microsoft.com/office/drawing/2014/main" id="{CD8D8088-30AD-2E44-8BB3-B626B30CEC05}"/>
                </a:ext>
              </a:extLst>
            </p:cNvPr>
            <p:cNvSpPr/>
            <p:nvPr/>
          </p:nvSpPr>
          <p:spPr>
            <a:xfrm>
              <a:off x="34179184" y="10352226"/>
              <a:ext cx="900000" cy="23186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en-US" sz="4800" b="1" dirty="0">
                  <a:solidFill>
                    <a:schemeClr val="tx1"/>
                  </a:solidFill>
                </a:rPr>
                <a:t>Batch</a:t>
              </a:r>
            </a:p>
          </p:txBody>
        </p:sp>
        <p:sp>
          <p:nvSpPr>
            <p:cNvPr id="696" name="Rectangle 695">
              <a:extLst>
                <a:ext uri="{FF2B5EF4-FFF2-40B4-BE49-F238E27FC236}">
                  <a16:creationId xmlns:a16="http://schemas.microsoft.com/office/drawing/2014/main" id="{A7E9A38F-6150-EE49-89FA-B72A528B65E1}"/>
                </a:ext>
              </a:extLst>
            </p:cNvPr>
            <p:cNvSpPr/>
            <p:nvPr/>
          </p:nvSpPr>
          <p:spPr>
            <a:xfrm>
              <a:off x="5080939" y="14713331"/>
              <a:ext cx="4680000" cy="900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4800" b="1" dirty="0">
                  <a:solidFill>
                    <a:schemeClr val="tx1"/>
                  </a:solidFill>
                  <a:ea typeface="Cambria Math" panose="02040503050406030204" pitchFamily="18" charset="0"/>
                </a:rPr>
                <a:t>SW Patches</a:t>
              </a:r>
              <a:endParaRPr lang="en-BE" sz="4800" b="1" dirty="0">
                <a:solidFill>
                  <a:schemeClr val="tx1"/>
                </a:solidFill>
                <a:ea typeface="Cambria Math" panose="02040503050406030204" pitchFamily="18" charset="0"/>
              </a:endParaRPr>
            </a:p>
          </p:txBody>
        </p:sp>
        <p:sp>
          <p:nvSpPr>
            <p:cNvPr id="697" name="Rectangle 696">
              <a:extLst>
                <a:ext uri="{FF2B5EF4-FFF2-40B4-BE49-F238E27FC236}">
                  <a16:creationId xmlns:a16="http://schemas.microsoft.com/office/drawing/2014/main" id="{F2AB1179-4245-C14D-851C-A67A4C7C37CD}"/>
                </a:ext>
              </a:extLst>
            </p:cNvPr>
            <p:cNvSpPr/>
            <p:nvPr/>
          </p:nvSpPr>
          <p:spPr>
            <a:xfrm>
              <a:off x="14099254" y="7525661"/>
              <a:ext cx="2160000" cy="900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4800" b="1" dirty="0">
                  <a:solidFill>
                    <a:schemeClr val="tx1"/>
                  </a:solidFill>
                  <a:ea typeface="Cambria Math" panose="02040503050406030204" pitchFamily="18" charset="0"/>
                </a:rPr>
                <a:t>Unfold</a:t>
              </a:r>
              <a:endParaRPr lang="en-BE" sz="4800" b="1" dirty="0">
                <a:solidFill>
                  <a:schemeClr val="tx1"/>
                </a:solidFill>
                <a:ea typeface="Cambria Math" panose="02040503050406030204" pitchFamily="18" charset="0"/>
              </a:endParaRPr>
            </a:p>
          </p:txBody>
        </p:sp>
        <p:sp>
          <p:nvSpPr>
            <p:cNvPr id="698" name="Rectangle 697">
              <a:extLst>
                <a:ext uri="{FF2B5EF4-FFF2-40B4-BE49-F238E27FC236}">
                  <a16:creationId xmlns:a16="http://schemas.microsoft.com/office/drawing/2014/main" id="{3AA5F5C4-B229-0943-BBC2-8138FA3C3254}"/>
                </a:ext>
              </a:extLst>
            </p:cNvPr>
            <p:cNvSpPr/>
            <p:nvPr/>
          </p:nvSpPr>
          <p:spPr>
            <a:xfrm>
              <a:off x="14099254" y="13756474"/>
              <a:ext cx="2160000" cy="900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4800" b="1" dirty="0">
                  <a:solidFill>
                    <a:schemeClr val="tx1"/>
                  </a:solidFill>
                  <a:ea typeface="Cambria Math" panose="02040503050406030204" pitchFamily="18" charset="0"/>
                </a:rPr>
                <a:t>Unfold</a:t>
              </a:r>
              <a:endParaRPr lang="en-BE" sz="4800" b="1" dirty="0">
                <a:solidFill>
                  <a:schemeClr val="tx1"/>
                </a:solidFill>
                <a:ea typeface="Cambria Math" panose="02040503050406030204" pitchFamily="18" charset="0"/>
              </a:endParaRPr>
            </a:p>
          </p:txBody>
        </p:sp>
        <p:cxnSp>
          <p:nvCxnSpPr>
            <p:cNvPr id="700" name="Elbow Connector 699">
              <a:extLst>
                <a:ext uri="{FF2B5EF4-FFF2-40B4-BE49-F238E27FC236}">
                  <a16:creationId xmlns:a16="http://schemas.microsoft.com/office/drawing/2014/main" id="{A73B3A00-437B-E34F-A504-4A7BC8FE8CF4}"/>
                </a:ext>
              </a:extLst>
            </p:cNvPr>
            <p:cNvCxnSpPr>
              <a:cxnSpLocks/>
              <a:stCxn id="694" idx="2"/>
            </p:cNvCxnSpPr>
            <p:nvPr/>
          </p:nvCxnSpPr>
          <p:spPr>
            <a:xfrm rot="16200000" flipH="1">
              <a:off x="7327786" y="12686581"/>
              <a:ext cx="672868" cy="3207106"/>
            </a:xfrm>
            <a:prstGeom prst="bentConnector2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Arrow Connector 700">
              <a:extLst>
                <a:ext uri="{FF2B5EF4-FFF2-40B4-BE49-F238E27FC236}">
                  <a16:creationId xmlns:a16="http://schemas.microsoft.com/office/drawing/2014/main" id="{257A8111-D046-A840-92D2-0F687FCC349D}"/>
                </a:ext>
              </a:extLst>
            </p:cNvPr>
            <p:cNvCxnSpPr>
              <a:cxnSpLocks/>
            </p:cNvCxnSpPr>
            <p:nvPr/>
          </p:nvCxnSpPr>
          <p:spPr>
            <a:xfrm>
              <a:off x="14315254" y="8549031"/>
              <a:ext cx="1728000" cy="0"/>
            </a:xfrm>
            <a:prstGeom prst="straightConnector1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Arrow Connector 701">
              <a:extLst>
                <a:ext uri="{FF2B5EF4-FFF2-40B4-BE49-F238E27FC236}">
                  <a16:creationId xmlns:a16="http://schemas.microsoft.com/office/drawing/2014/main" id="{2C234EBC-EC27-844F-AE57-B8F176C2B0B4}"/>
                </a:ext>
              </a:extLst>
            </p:cNvPr>
            <p:cNvCxnSpPr>
              <a:cxnSpLocks/>
            </p:cNvCxnSpPr>
            <p:nvPr/>
          </p:nvCxnSpPr>
          <p:spPr>
            <a:xfrm>
              <a:off x="14315254" y="14778645"/>
              <a:ext cx="1728000" cy="0"/>
            </a:xfrm>
            <a:prstGeom prst="straightConnector1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4" name="Rectangle 703">
              <a:extLst>
                <a:ext uri="{FF2B5EF4-FFF2-40B4-BE49-F238E27FC236}">
                  <a16:creationId xmlns:a16="http://schemas.microsoft.com/office/drawing/2014/main" id="{80F9A20E-FD09-844A-B7A1-E943449E8439}"/>
                </a:ext>
              </a:extLst>
            </p:cNvPr>
            <p:cNvSpPr/>
            <p:nvPr/>
          </p:nvSpPr>
          <p:spPr>
            <a:xfrm>
              <a:off x="24073247" y="9693554"/>
              <a:ext cx="936000" cy="3636000"/>
            </a:xfrm>
            <a:prstGeom prst="rect">
              <a:avLst/>
            </a:prstGeom>
            <a:solidFill>
              <a:schemeClr val="bg1"/>
            </a:solidFill>
            <a:ln w="635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lIns="0" tIns="0" rIns="0" bIns="0" rtlCol="0" anchor="ctr"/>
            <a:lstStyle/>
            <a:p>
              <a:pPr algn="ctr"/>
              <a:r>
                <a:rPr lang="en-US" sz="4800" b="1" dirty="0">
                  <a:solidFill>
                    <a:schemeClr val="tx1"/>
                  </a:solidFill>
                </a:rPr>
                <a:t>Concatenate</a:t>
              </a:r>
            </a:p>
          </p:txBody>
        </p:sp>
        <p:sp>
          <p:nvSpPr>
            <p:cNvPr id="707" name="Rectangle 706">
              <a:extLst>
                <a:ext uri="{FF2B5EF4-FFF2-40B4-BE49-F238E27FC236}">
                  <a16:creationId xmlns:a16="http://schemas.microsoft.com/office/drawing/2014/main" id="{55380362-86CC-C446-BE10-05813B4BE608}"/>
                </a:ext>
              </a:extLst>
            </p:cNvPr>
            <p:cNvSpPr/>
            <p:nvPr/>
          </p:nvSpPr>
          <p:spPr>
            <a:xfrm>
              <a:off x="4874121" y="7220909"/>
              <a:ext cx="4680000" cy="900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4800" b="1" dirty="0">
                  <a:solidFill>
                    <a:schemeClr val="tx1"/>
                  </a:solidFill>
                  <a:ea typeface="Cambria Math" panose="02040503050406030204" pitchFamily="18" charset="0"/>
                </a:rPr>
                <a:t>Regular Patches</a:t>
              </a:r>
              <a:endParaRPr lang="en-BE" sz="4800" b="1" dirty="0">
                <a:solidFill>
                  <a:schemeClr val="tx1"/>
                </a:solidFill>
                <a:ea typeface="Cambria Math" panose="02040503050406030204" pitchFamily="18" charset="0"/>
              </a:endParaRPr>
            </a:p>
          </p:txBody>
        </p: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181AF50F-2A6B-C945-87E3-1689B1752C5A}"/>
                </a:ext>
              </a:extLst>
            </p:cNvPr>
            <p:cNvGrpSpPr/>
            <p:nvPr/>
          </p:nvGrpSpPr>
          <p:grpSpPr>
            <a:xfrm>
              <a:off x="4180114" y="8916152"/>
              <a:ext cx="3761104" cy="5037548"/>
              <a:chOff x="4180114" y="8874208"/>
              <a:chExt cx="3761104" cy="503754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5740841-8DE5-B049-B329-80F99C67CE4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180114" y="9177825"/>
                <a:ext cx="3761104" cy="3744231"/>
                <a:chOff x="3479800" y="3632993"/>
                <a:chExt cx="5838600" cy="5812407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3483E75C-B5E0-6348-A608-C35BB0B2A42B}"/>
                    </a:ext>
                  </a:extLst>
                </p:cNvPr>
                <p:cNvGrpSpPr/>
                <p:nvPr/>
              </p:nvGrpSpPr>
              <p:grpSpPr>
                <a:xfrm>
                  <a:off x="3479800" y="7645400"/>
                  <a:ext cx="5838600" cy="1800000"/>
                  <a:chOff x="3530600" y="4368800"/>
                  <a:chExt cx="5838600" cy="1800000"/>
                </a:xfrm>
              </p:grpSpPr>
              <p:sp>
                <p:nvSpPr>
                  <p:cNvPr id="6" name="Cube 5">
                    <a:extLst>
                      <a:ext uri="{FF2B5EF4-FFF2-40B4-BE49-F238E27FC236}">
                        <a16:creationId xmlns:a16="http://schemas.microsoft.com/office/drawing/2014/main" id="{E8795BAB-D47A-5E46-9F27-A050215994FB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7569200" y="4368800"/>
                    <a:ext cx="1800000" cy="1800000"/>
                  </a:xfrm>
                  <a:prstGeom prst="cube">
                    <a:avLst/>
                  </a:prstGeom>
                  <a:solidFill>
                    <a:srgbClr val="A46E4F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166" name="Cube 165">
                    <a:extLst>
                      <a:ext uri="{FF2B5EF4-FFF2-40B4-BE49-F238E27FC236}">
                        <a16:creationId xmlns:a16="http://schemas.microsoft.com/office/drawing/2014/main" id="{9D26F56C-00E7-0E46-9C43-A2D36969B63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6223000" y="4368800"/>
                    <a:ext cx="1800000" cy="1800000"/>
                  </a:xfrm>
                  <a:prstGeom prst="cube">
                    <a:avLst/>
                  </a:prstGeom>
                  <a:solidFill>
                    <a:srgbClr val="6FFEFF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169" name="Cube 168">
                    <a:extLst>
                      <a:ext uri="{FF2B5EF4-FFF2-40B4-BE49-F238E27FC236}">
                        <a16:creationId xmlns:a16="http://schemas.microsoft.com/office/drawing/2014/main" id="{ED594A6E-E39C-CA43-A0F4-3030169F32D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4876800" y="4368800"/>
                    <a:ext cx="1800000" cy="1800000"/>
                  </a:xfrm>
                  <a:prstGeom prst="cube">
                    <a:avLst/>
                  </a:prstGeom>
                  <a:solidFill>
                    <a:srgbClr val="676767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170" name="Cube 169">
                    <a:extLst>
                      <a:ext uri="{FF2B5EF4-FFF2-40B4-BE49-F238E27FC236}">
                        <a16:creationId xmlns:a16="http://schemas.microsoft.com/office/drawing/2014/main" id="{2563BB9E-77A9-6F4B-8D7E-929E2F61F9E2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3530600" y="4368800"/>
                    <a:ext cx="1800000" cy="1800000"/>
                  </a:xfrm>
                  <a:prstGeom prst="cube">
                    <a:avLst/>
                  </a:prstGeom>
                  <a:solidFill>
                    <a:srgbClr val="FFAF5A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  <p:grpSp>
              <p:nvGrpSpPr>
                <p:cNvPr id="177" name="Group 176">
                  <a:extLst>
                    <a:ext uri="{FF2B5EF4-FFF2-40B4-BE49-F238E27FC236}">
                      <a16:creationId xmlns:a16="http://schemas.microsoft.com/office/drawing/2014/main" id="{B3533AA2-ADAA-C543-8D3D-CF2B7BC8CAA4}"/>
                    </a:ext>
                  </a:extLst>
                </p:cNvPr>
                <p:cNvGrpSpPr/>
                <p:nvPr/>
              </p:nvGrpSpPr>
              <p:grpSpPr>
                <a:xfrm>
                  <a:off x="3479800" y="6307931"/>
                  <a:ext cx="5838600" cy="1800000"/>
                  <a:chOff x="3530600" y="4368800"/>
                  <a:chExt cx="5838600" cy="1800000"/>
                </a:xfrm>
              </p:grpSpPr>
              <p:sp>
                <p:nvSpPr>
                  <p:cNvPr id="178" name="Cube 177">
                    <a:extLst>
                      <a:ext uri="{FF2B5EF4-FFF2-40B4-BE49-F238E27FC236}">
                        <a16:creationId xmlns:a16="http://schemas.microsoft.com/office/drawing/2014/main" id="{5C82058E-D652-444D-9C05-DF6420FBF82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7569200" y="4368800"/>
                    <a:ext cx="1800000" cy="1800000"/>
                  </a:xfrm>
                  <a:prstGeom prst="cube">
                    <a:avLst/>
                  </a:prstGeom>
                  <a:solidFill>
                    <a:srgbClr val="FF75FF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179" name="Cube 178">
                    <a:extLst>
                      <a:ext uri="{FF2B5EF4-FFF2-40B4-BE49-F238E27FC236}">
                        <a16:creationId xmlns:a16="http://schemas.microsoft.com/office/drawing/2014/main" id="{59EE8A13-8502-6442-8ECD-4FE42A36CE57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6223000" y="4368800"/>
                    <a:ext cx="1800000" cy="1800000"/>
                  </a:xfrm>
                  <a:prstGeom prst="cube">
                    <a:avLst/>
                  </a:prstGeom>
                  <a:solidFill>
                    <a:srgbClr val="C19C72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180" name="Cube 179">
                    <a:extLst>
                      <a:ext uri="{FF2B5EF4-FFF2-40B4-BE49-F238E27FC236}">
                        <a16:creationId xmlns:a16="http://schemas.microsoft.com/office/drawing/2014/main" id="{8533AC65-CE79-A549-AFBA-C0094FB3C08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4876800" y="4368800"/>
                    <a:ext cx="1800000" cy="1800000"/>
                  </a:xfrm>
                  <a:prstGeom prst="cube">
                    <a:avLst/>
                  </a:prstGeom>
                  <a:solidFill>
                    <a:srgbClr val="5396D2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181" name="Cube 180">
                    <a:extLst>
                      <a:ext uri="{FF2B5EF4-FFF2-40B4-BE49-F238E27FC236}">
                        <a16:creationId xmlns:a16="http://schemas.microsoft.com/office/drawing/2014/main" id="{357ACEFC-0BD4-EB49-B04C-28FEF45CB2D5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3530600" y="4368800"/>
                    <a:ext cx="1800000" cy="1800000"/>
                  </a:xfrm>
                  <a:prstGeom prst="cube">
                    <a:avLst/>
                  </a:prstGeom>
                  <a:solidFill>
                    <a:srgbClr val="62C47E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  <p:grpSp>
              <p:nvGrpSpPr>
                <p:cNvPr id="182" name="Group 181">
                  <a:extLst>
                    <a:ext uri="{FF2B5EF4-FFF2-40B4-BE49-F238E27FC236}">
                      <a16:creationId xmlns:a16="http://schemas.microsoft.com/office/drawing/2014/main" id="{EBC092B0-31DE-304C-8169-B7E1778C40AB}"/>
                    </a:ext>
                  </a:extLst>
                </p:cNvPr>
                <p:cNvGrpSpPr/>
                <p:nvPr/>
              </p:nvGrpSpPr>
              <p:grpSpPr>
                <a:xfrm>
                  <a:off x="3479800" y="4970462"/>
                  <a:ext cx="5838600" cy="1800000"/>
                  <a:chOff x="3530600" y="4368800"/>
                  <a:chExt cx="5838600" cy="1800000"/>
                </a:xfrm>
              </p:grpSpPr>
              <p:sp>
                <p:nvSpPr>
                  <p:cNvPr id="183" name="Cube 182">
                    <a:extLst>
                      <a:ext uri="{FF2B5EF4-FFF2-40B4-BE49-F238E27FC236}">
                        <a16:creationId xmlns:a16="http://schemas.microsoft.com/office/drawing/2014/main" id="{3B50E92C-1664-9A4C-B1CD-B9ECBE42D9C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7569200" y="4368800"/>
                    <a:ext cx="1800000" cy="1800000"/>
                  </a:xfrm>
                  <a:prstGeom prst="cube">
                    <a:avLst/>
                  </a:prstGeom>
                  <a:solidFill>
                    <a:srgbClr val="FFFF67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184" name="Cube 183">
                    <a:extLst>
                      <a:ext uri="{FF2B5EF4-FFF2-40B4-BE49-F238E27FC236}">
                        <a16:creationId xmlns:a16="http://schemas.microsoft.com/office/drawing/2014/main" id="{3AF015B3-88C4-9B43-8784-05D8E014D3A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6223000" y="4368800"/>
                    <a:ext cx="1800000" cy="1800000"/>
                  </a:xfrm>
                  <a:prstGeom prst="cube">
                    <a:avLst/>
                  </a:prstGeom>
                  <a:solidFill>
                    <a:srgbClr val="FF5A53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185" name="Cube 184">
                    <a:extLst>
                      <a:ext uri="{FF2B5EF4-FFF2-40B4-BE49-F238E27FC236}">
                        <a16:creationId xmlns:a16="http://schemas.microsoft.com/office/drawing/2014/main" id="{DC9E50B4-DB86-214C-B6E9-D8E6194A2EC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4876800" y="4368800"/>
                    <a:ext cx="1800000" cy="1800000"/>
                  </a:xfrm>
                  <a:prstGeom prst="cube">
                    <a:avLst/>
                  </a:prstGeom>
                  <a:solidFill>
                    <a:srgbClr val="9565BA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186" name="Cube 185">
                    <a:extLst>
                      <a:ext uri="{FF2B5EF4-FFF2-40B4-BE49-F238E27FC236}">
                        <a16:creationId xmlns:a16="http://schemas.microsoft.com/office/drawing/2014/main" id="{3E18C113-AD31-A940-B17B-91024F93840A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3530600" y="4368800"/>
                    <a:ext cx="1800000" cy="1800000"/>
                  </a:xfrm>
                  <a:prstGeom prst="cube">
                    <a:avLst/>
                  </a:prstGeom>
                  <a:solidFill>
                    <a:srgbClr val="415889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A247AFC3-055E-614F-8970-16860C807E05}"/>
                    </a:ext>
                  </a:extLst>
                </p:cNvPr>
                <p:cNvGrpSpPr/>
                <p:nvPr/>
              </p:nvGrpSpPr>
              <p:grpSpPr>
                <a:xfrm>
                  <a:off x="3479800" y="3632993"/>
                  <a:ext cx="5838600" cy="1800000"/>
                  <a:chOff x="3530600" y="4368800"/>
                  <a:chExt cx="5838600" cy="1800000"/>
                </a:xfrm>
              </p:grpSpPr>
              <p:sp>
                <p:nvSpPr>
                  <p:cNvPr id="188" name="Cube 187">
                    <a:extLst>
                      <a:ext uri="{FF2B5EF4-FFF2-40B4-BE49-F238E27FC236}">
                        <a16:creationId xmlns:a16="http://schemas.microsoft.com/office/drawing/2014/main" id="{4A68F903-F1FE-5749-98ED-446E8DC44D7C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7569200" y="4368800"/>
                    <a:ext cx="1800000" cy="1800000"/>
                  </a:xfrm>
                  <a:prstGeom prst="cube">
                    <a:avLst/>
                  </a:prstGeom>
                  <a:solidFill>
                    <a:srgbClr val="61C4F5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189" name="Cube 188">
                    <a:extLst>
                      <a:ext uri="{FF2B5EF4-FFF2-40B4-BE49-F238E27FC236}">
                        <a16:creationId xmlns:a16="http://schemas.microsoft.com/office/drawing/2014/main" id="{CA5CBB6D-29E8-BC41-9C8A-F4EFC3BF61D3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6223000" y="4368800"/>
                    <a:ext cx="1800000" cy="1800000"/>
                  </a:xfrm>
                  <a:prstGeom prst="cube">
                    <a:avLst/>
                  </a:prstGeom>
                  <a:solidFill>
                    <a:srgbClr val="AFDE81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190" name="Cube 189">
                    <a:extLst>
                      <a:ext uri="{FF2B5EF4-FFF2-40B4-BE49-F238E27FC236}">
                        <a16:creationId xmlns:a16="http://schemas.microsoft.com/office/drawing/2014/main" id="{1A8F9352-B67C-B644-BF8B-6D15DACB0C81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4876800" y="4368800"/>
                    <a:ext cx="1800000" cy="1800000"/>
                  </a:xfrm>
                  <a:prstGeom prst="cube">
                    <a:avLst/>
                  </a:prstGeom>
                  <a:solidFill>
                    <a:srgbClr val="FFD05E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  <p:sp>
                <p:nvSpPr>
                  <p:cNvPr id="191" name="Cube 190">
                    <a:extLst>
                      <a:ext uri="{FF2B5EF4-FFF2-40B4-BE49-F238E27FC236}">
                        <a16:creationId xmlns:a16="http://schemas.microsoft.com/office/drawing/2014/main" id="{BC456FD8-F7A9-C940-861B-FAA5200F717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 flipH="1">
                    <a:off x="3530600" y="4368800"/>
                    <a:ext cx="1800000" cy="1800000"/>
                  </a:xfrm>
                  <a:prstGeom prst="cube">
                    <a:avLst/>
                  </a:prstGeom>
                  <a:solidFill>
                    <a:srgbClr val="D3544E"/>
                  </a:solidFill>
                  <a:ln w="25400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4800" b="1" dirty="0"/>
                  </a:p>
                </p:txBody>
              </p:sp>
            </p:grpSp>
          </p:grpSp>
          <p:sp>
            <p:nvSpPr>
              <p:cNvPr id="694" name="Rectangle 693">
                <a:extLst>
                  <a:ext uri="{FF2B5EF4-FFF2-40B4-BE49-F238E27FC236}">
                    <a16:creationId xmlns:a16="http://schemas.microsoft.com/office/drawing/2014/main" id="{F61E334E-289A-5D4B-84F1-ADA4679D9C8B}"/>
                  </a:ext>
                </a:extLst>
              </p:cNvPr>
              <p:cNvSpPr/>
              <p:nvPr/>
            </p:nvSpPr>
            <p:spPr>
              <a:xfrm>
                <a:off x="5026964" y="12903756"/>
                <a:ext cx="2067405" cy="100800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r>
                  <a:rPr lang="en-US" sz="4800" b="1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Input</a:t>
                </a:r>
                <a:endParaRPr lang="en-BE" sz="4800" b="1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  <p:sp>
            <p:nvSpPr>
              <p:cNvPr id="709" name="Rectangle 708">
                <a:extLst>
                  <a:ext uri="{FF2B5EF4-FFF2-40B4-BE49-F238E27FC236}">
                    <a16:creationId xmlns:a16="http://schemas.microsoft.com/office/drawing/2014/main" id="{D49994F7-E1E5-D647-932C-EC1A96431CD8}"/>
                  </a:ext>
                </a:extLst>
              </p:cNvPr>
              <p:cNvSpPr/>
              <p:nvPr/>
            </p:nvSpPr>
            <p:spPr>
              <a:xfrm>
                <a:off x="5026964" y="8874208"/>
                <a:ext cx="2067405" cy="864000"/>
              </a:xfrm>
              <a:prstGeom prst="rect">
                <a:avLst/>
              </a:prstGeom>
              <a:noFill/>
              <a:ln w="25400"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vert="horz" rtlCol="0" anchor="ctr"/>
              <a:lstStyle/>
              <a:p>
                <a:pPr algn="ctr"/>
                <a:endParaRPr lang="en-BE" sz="4800" b="1" i="1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p:grpSp>
        <p:cxnSp>
          <p:nvCxnSpPr>
            <p:cNvPr id="710" name="Elbow Connector 709">
              <a:extLst>
                <a:ext uri="{FF2B5EF4-FFF2-40B4-BE49-F238E27FC236}">
                  <a16:creationId xmlns:a16="http://schemas.microsoft.com/office/drawing/2014/main" id="{0991D233-D284-0A45-9EF4-C9BBE21AF728}"/>
                </a:ext>
              </a:extLst>
            </p:cNvPr>
            <p:cNvCxnSpPr>
              <a:cxnSpLocks/>
              <a:stCxn id="709" idx="0"/>
            </p:cNvCxnSpPr>
            <p:nvPr/>
          </p:nvCxnSpPr>
          <p:spPr>
            <a:xfrm rot="5400000" flipH="1" flipV="1">
              <a:off x="7353010" y="6950943"/>
              <a:ext cx="672866" cy="3257553"/>
            </a:xfrm>
            <a:prstGeom prst="bentConnector2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Elbow Connector 713">
              <a:extLst>
                <a:ext uri="{FF2B5EF4-FFF2-40B4-BE49-F238E27FC236}">
                  <a16:creationId xmlns:a16="http://schemas.microsoft.com/office/drawing/2014/main" id="{65C7D3FB-CF14-7E4E-90F1-F21FE9D22D86}"/>
                </a:ext>
              </a:extLst>
            </p:cNvPr>
            <p:cNvCxnSpPr>
              <a:cxnSpLocks/>
              <a:stCxn id="721" idx="3"/>
              <a:endCxn id="704" idx="0"/>
            </p:cNvCxnSpPr>
            <p:nvPr/>
          </p:nvCxnSpPr>
          <p:spPr>
            <a:xfrm>
              <a:off x="23654021" y="8452987"/>
              <a:ext cx="887226" cy="1240567"/>
            </a:xfrm>
            <a:prstGeom prst="bentConnector2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Arrow Connector 716">
              <a:extLst>
                <a:ext uri="{FF2B5EF4-FFF2-40B4-BE49-F238E27FC236}">
                  <a16:creationId xmlns:a16="http://schemas.microsoft.com/office/drawing/2014/main" id="{BC886F91-1C62-7C4B-A45B-85AFECAE2E33}"/>
                </a:ext>
              </a:extLst>
            </p:cNvPr>
            <p:cNvCxnSpPr>
              <a:cxnSpLocks/>
              <a:stCxn id="704" idx="3"/>
            </p:cNvCxnSpPr>
            <p:nvPr/>
          </p:nvCxnSpPr>
          <p:spPr>
            <a:xfrm>
              <a:off x="25009247" y="11511554"/>
              <a:ext cx="986216" cy="0"/>
            </a:xfrm>
            <a:prstGeom prst="straightConnector1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1" name="Rectangle 720">
              <a:extLst>
                <a:ext uri="{FF2B5EF4-FFF2-40B4-BE49-F238E27FC236}">
                  <a16:creationId xmlns:a16="http://schemas.microsoft.com/office/drawing/2014/main" id="{E65A66E0-DC43-FC45-92F4-B8C7C9F4B97B}"/>
                </a:ext>
              </a:extLst>
            </p:cNvPr>
            <p:cNvSpPr/>
            <p:nvPr/>
          </p:nvSpPr>
          <p:spPr>
            <a:xfrm>
              <a:off x="22895719" y="7540281"/>
              <a:ext cx="758302" cy="1825411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BE" sz="4800" b="1" i="1" dirty="0">
                <a:solidFill>
                  <a:schemeClr val="tx1"/>
                </a:solidFill>
                <a:ea typeface="Cambria Math" panose="02040503050406030204" pitchFamily="18" charset="0"/>
              </a:endParaRPr>
            </a:p>
          </p:txBody>
        </p:sp>
        <p:sp>
          <p:nvSpPr>
            <p:cNvPr id="723" name="Rectangle 722">
              <a:extLst>
                <a:ext uri="{FF2B5EF4-FFF2-40B4-BE49-F238E27FC236}">
                  <a16:creationId xmlns:a16="http://schemas.microsoft.com/office/drawing/2014/main" id="{DFC4AC2F-87EA-1F45-A744-FDE0FA6C7A0E}"/>
                </a:ext>
              </a:extLst>
            </p:cNvPr>
            <p:cNvSpPr/>
            <p:nvPr/>
          </p:nvSpPr>
          <p:spPr>
            <a:xfrm>
              <a:off x="22895718" y="13713861"/>
              <a:ext cx="758302" cy="1825411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endParaRPr lang="en-BE" sz="4800" b="1" i="1" dirty="0">
                <a:solidFill>
                  <a:schemeClr val="tx1"/>
                </a:solidFill>
                <a:ea typeface="Cambria Math" panose="02040503050406030204" pitchFamily="18" charset="0"/>
              </a:endParaRPr>
            </a:p>
          </p:txBody>
        </p:sp>
        <p:cxnSp>
          <p:nvCxnSpPr>
            <p:cNvPr id="724" name="Elbow Connector 723">
              <a:extLst>
                <a:ext uri="{FF2B5EF4-FFF2-40B4-BE49-F238E27FC236}">
                  <a16:creationId xmlns:a16="http://schemas.microsoft.com/office/drawing/2014/main" id="{FDD32163-6C2A-B649-83C7-F0EA04C0DADC}"/>
                </a:ext>
              </a:extLst>
            </p:cNvPr>
            <p:cNvCxnSpPr>
              <a:cxnSpLocks/>
              <a:stCxn id="723" idx="3"/>
              <a:endCxn id="704" idx="2"/>
            </p:cNvCxnSpPr>
            <p:nvPr/>
          </p:nvCxnSpPr>
          <p:spPr>
            <a:xfrm flipV="1">
              <a:off x="23654020" y="13329554"/>
              <a:ext cx="887227" cy="1297013"/>
            </a:xfrm>
            <a:prstGeom prst="bentConnector2">
              <a:avLst/>
            </a:prstGeom>
            <a:ln w="127000">
              <a:solidFill>
                <a:srgbClr val="2F52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61DA6D7-10D5-314F-9EC4-CFB586761947}"/>
                </a:ext>
              </a:extLst>
            </p:cNvPr>
            <p:cNvSpPr/>
            <p:nvPr/>
          </p:nvSpPr>
          <p:spPr>
            <a:xfrm>
              <a:off x="14178060" y="4905273"/>
              <a:ext cx="4676289" cy="900000"/>
            </a:xfrm>
            <a:prstGeom prst="rect">
              <a:avLst/>
            </a:prstGeom>
            <a:noFill/>
            <a:ln w="25400"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US" sz="4800" b="1" dirty="0">
                  <a:solidFill>
                    <a:schemeClr val="accent2">
                      <a:lumMod val="50000"/>
                    </a:schemeClr>
                  </a:solidFill>
                  <a:ea typeface="Cambria Math" panose="02040503050406030204" pitchFamily="18" charset="0"/>
                </a:rPr>
                <a:t>Local </a:t>
              </a:r>
              <a:r>
                <a:rPr lang="en-US" sz="4800" b="1" dirty="0" err="1">
                  <a:solidFill>
                    <a:schemeClr val="accent2">
                      <a:lumMod val="50000"/>
                    </a:schemeClr>
                  </a:solidFill>
                  <a:ea typeface="Cambria Math" panose="02040503050406030204" pitchFamily="18" charset="0"/>
                </a:rPr>
                <a:t>Matricize</a:t>
              </a:r>
              <a:endParaRPr lang="en-BE" sz="4800" b="1" dirty="0">
                <a:solidFill>
                  <a:schemeClr val="accent2">
                    <a:lumMod val="50000"/>
                  </a:schemeClr>
                </a:solidFill>
                <a:ea typeface="Cambria Math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2966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51BFA090-6343-164C-9302-D47F8D57C3A5}"/>
              </a:ext>
            </a:extLst>
          </p:cNvPr>
          <p:cNvGrpSpPr/>
          <p:nvPr/>
        </p:nvGrpSpPr>
        <p:grpSpPr>
          <a:xfrm>
            <a:off x="14361676" y="10865369"/>
            <a:ext cx="4181843" cy="4164970"/>
            <a:chOff x="14318325" y="4371936"/>
            <a:chExt cx="6491740" cy="646554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A2B5349-F270-1242-B19D-3A84BA119035}"/>
                </a:ext>
              </a:extLst>
            </p:cNvPr>
            <p:cNvGrpSpPr/>
            <p:nvPr/>
          </p:nvGrpSpPr>
          <p:grpSpPr>
            <a:xfrm>
              <a:off x="17663865" y="7700014"/>
              <a:ext cx="3146200" cy="3137469"/>
              <a:chOff x="17663865" y="7700014"/>
              <a:chExt cx="3146200" cy="3137469"/>
            </a:xfrm>
          </p:grpSpPr>
          <p:sp>
            <p:nvSpPr>
              <p:cNvPr id="365" name="Cube 364">
                <a:extLst>
                  <a:ext uri="{FF2B5EF4-FFF2-40B4-BE49-F238E27FC236}">
                    <a16:creationId xmlns:a16="http://schemas.microsoft.com/office/drawing/2014/main" id="{39F8297A-5E15-E64D-9596-E711996820A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9010065" y="9037483"/>
                <a:ext cx="1800000" cy="1800000"/>
              </a:xfrm>
              <a:prstGeom prst="cube">
                <a:avLst/>
              </a:prstGeom>
              <a:solidFill>
                <a:srgbClr val="A46E4F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366" name="Cube 365">
                <a:extLst>
                  <a:ext uri="{FF2B5EF4-FFF2-40B4-BE49-F238E27FC236}">
                    <a16:creationId xmlns:a16="http://schemas.microsoft.com/office/drawing/2014/main" id="{122CD293-3AAB-8F45-B54D-595201CEC096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7663865" y="9037483"/>
                <a:ext cx="1800000" cy="1800000"/>
              </a:xfrm>
              <a:prstGeom prst="cube">
                <a:avLst/>
              </a:prstGeom>
              <a:solidFill>
                <a:srgbClr val="6FFEFF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361" name="Cube 360">
                <a:extLst>
                  <a:ext uri="{FF2B5EF4-FFF2-40B4-BE49-F238E27FC236}">
                    <a16:creationId xmlns:a16="http://schemas.microsoft.com/office/drawing/2014/main" id="{AA02FAC4-16E8-DA44-8379-2170CE9B67A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9010065" y="7700014"/>
                <a:ext cx="1800000" cy="1800000"/>
              </a:xfrm>
              <a:prstGeom prst="cube">
                <a:avLst/>
              </a:prstGeom>
              <a:solidFill>
                <a:srgbClr val="FF75FF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362" name="Cube 361">
                <a:extLst>
                  <a:ext uri="{FF2B5EF4-FFF2-40B4-BE49-F238E27FC236}">
                    <a16:creationId xmlns:a16="http://schemas.microsoft.com/office/drawing/2014/main" id="{6061F21E-39C7-C946-B7F6-0440EE692D09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7663865" y="7700014"/>
                <a:ext cx="1800000" cy="1800000"/>
              </a:xfrm>
              <a:prstGeom prst="cube">
                <a:avLst/>
              </a:prstGeom>
              <a:solidFill>
                <a:srgbClr val="C19C72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E83A158F-A223-B544-AEF0-BFB559B74ADE}"/>
                </a:ext>
              </a:extLst>
            </p:cNvPr>
            <p:cNvGrpSpPr/>
            <p:nvPr/>
          </p:nvGrpSpPr>
          <p:grpSpPr>
            <a:xfrm>
              <a:off x="14318325" y="7700014"/>
              <a:ext cx="3146200" cy="3137469"/>
              <a:chOff x="14318325" y="7700014"/>
              <a:chExt cx="3146200" cy="3137469"/>
            </a:xfrm>
          </p:grpSpPr>
          <p:sp>
            <p:nvSpPr>
              <p:cNvPr id="367" name="Cube 366">
                <a:extLst>
                  <a:ext uri="{FF2B5EF4-FFF2-40B4-BE49-F238E27FC236}">
                    <a16:creationId xmlns:a16="http://schemas.microsoft.com/office/drawing/2014/main" id="{040ED61B-3511-3648-9F1E-2310FA0815A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5664525" y="9037483"/>
                <a:ext cx="1800000" cy="1800000"/>
              </a:xfrm>
              <a:prstGeom prst="cube">
                <a:avLst/>
              </a:prstGeom>
              <a:solidFill>
                <a:srgbClr val="676767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368" name="Cube 367">
                <a:extLst>
                  <a:ext uri="{FF2B5EF4-FFF2-40B4-BE49-F238E27FC236}">
                    <a16:creationId xmlns:a16="http://schemas.microsoft.com/office/drawing/2014/main" id="{3505A62C-7CD8-BE4E-89F5-57CB74A09C8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4318325" y="9037483"/>
                <a:ext cx="1800000" cy="1800000"/>
              </a:xfrm>
              <a:prstGeom prst="cube">
                <a:avLst/>
              </a:prstGeom>
              <a:solidFill>
                <a:srgbClr val="FFAF5A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363" name="Cube 362">
                <a:extLst>
                  <a:ext uri="{FF2B5EF4-FFF2-40B4-BE49-F238E27FC236}">
                    <a16:creationId xmlns:a16="http://schemas.microsoft.com/office/drawing/2014/main" id="{D3A2279E-E2A6-704E-8566-7AC48907391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5664525" y="7700014"/>
                <a:ext cx="1800000" cy="1800000"/>
              </a:xfrm>
              <a:prstGeom prst="cube">
                <a:avLst/>
              </a:prstGeom>
              <a:solidFill>
                <a:srgbClr val="5396D2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364" name="Cube 363">
                <a:extLst>
                  <a:ext uri="{FF2B5EF4-FFF2-40B4-BE49-F238E27FC236}">
                    <a16:creationId xmlns:a16="http://schemas.microsoft.com/office/drawing/2014/main" id="{EDD91161-BF10-ED44-87BE-5003885EB4B8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4318325" y="7700014"/>
                <a:ext cx="1800000" cy="1800000"/>
              </a:xfrm>
              <a:prstGeom prst="cube">
                <a:avLst/>
              </a:prstGeom>
              <a:solidFill>
                <a:srgbClr val="62C47E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6025E76-1FA0-4E49-B147-84EDD545AA28}"/>
                </a:ext>
              </a:extLst>
            </p:cNvPr>
            <p:cNvGrpSpPr/>
            <p:nvPr/>
          </p:nvGrpSpPr>
          <p:grpSpPr>
            <a:xfrm>
              <a:off x="17663865" y="4371936"/>
              <a:ext cx="3146200" cy="3137469"/>
              <a:chOff x="17663865" y="4371936"/>
              <a:chExt cx="3146200" cy="3137469"/>
            </a:xfrm>
          </p:grpSpPr>
          <p:sp>
            <p:nvSpPr>
              <p:cNvPr id="357" name="Cube 356">
                <a:extLst>
                  <a:ext uri="{FF2B5EF4-FFF2-40B4-BE49-F238E27FC236}">
                    <a16:creationId xmlns:a16="http://schemas.microsoft.com/office/drawing/2014/main" id="{1AC28E77-E437-E341-A705-29038791B5A0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9010065" y="5709405"/>
                <a:ext cx="1800000" cy="1800000"/>
              </a:xfrm>
              <a:prstGeom prst="cube">
                <a:avLst/>
              </a:prstGeom>
              <a:solidFill>
                <a:srgbClr val="FFFF67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358" name="Cube 357">
                <a:extLst>
                  <a:ext uri="{FF2B5EF4-FFF2-40B4-BE49-F238E27FC236}">
                    <a16:creationId xmlns:a16="http://schemas.microsoft.com/office/drawing/2014/main" id="{371E559E-2A78-FE41-B7A8-709AD723AFC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7663865" y="5709405"/>
                <a:ext cx="1800000" cy="1800000"/>
              </a:xfrm>
              <a:prstGeom prst="cube">
                <a:avLst/>
              </a:prstGeom>
              <a:solidFill>
                <a:srgbClr val="FF5A53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27D69E31-0B0F-EE4A-9194-17C08D0378E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9010065" y="4371936"/>
                <a:ext cx="1800000" cy="1800000"/>
              </a:xfrm>
              <a:prstGeom prst="cube">
                <a:avLst/>
              </a:prstGeom>
              <a:solidFill>
                <a:srgbClr val="61C4F5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354" name="Cube 353">
                <a:extLst>
                  <a:ext uri="{FF2B5EF4-FFF2-40B4-BE49-F238E27FC236}">
                    <a16:creationId xmlns:a16="http://schemas.microsoft.com/office/drawing/2014/main" id="{670C6EF7-E978-F243-8C3C-81FC70DD981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7663865" y="4371936"/>
                <a:ext cx="1800000" cy="1800000"/>
              </a:xfrm>
              <a:prstGeom prst="cube">
                <a:avLst/>
              </a:prstGeom>
              <a:solidFill>
                <a:srgbClr val="AFDE81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8779B31-FC1A-8F43-BD4A-54C9AB605B31}"/>
                </a:ext>
              </a:extLst>
            </p:cNvPr>
            <p:cNvGrpSpPr/>
            <p:nvPr/>
          </p:nvGrpSpPr>
          <p:grpSpPr>
            <a:xfrm>
              <a:off x="14318325" y="4371936"/>
              <a:ext cx="3146200" cy="3137469"/>
              <a:chOff x="14318325" y="4371936"/>
              <a:chExt cx="3146200" cy="3137469"/>
            </a:xfrm>
          </p:grpSpPr>
          <p:sp>
            <p:nvSpPr>
              <p:cNvPr id="359" name="Cube 358">
                <a:extLst>
                  <a:ext uri="{FF2B5EF4-FFF2-40B4-BE49-F238E27FC236}">
                    <a16:creationId xmlns:a16="http://schemas.microsoft.com/office/drawing/2014/main" id="{D694B597-B1A7-CA4A-9D31-250A1B283A6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5664525" y="5709405"/>
                <a:ext cx="1800000" cy="1800000"/>
              </a:xfrm>
              <a:prstGeom prst="cube">
                <a:avLst/>
              </a:prstGeom>
              <a:solidFill>
                <a:srgbClr val="9565BA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360" name="Cube 359">
                <a:extLst>
                  <a:ext uri="{FF2B5EF4-FFF2-40B4-BE49-F238E27FC236}">
                    <a16:creationId xmlns:a16="http://schemas.microsoft.com/office/drawing/2014/main" id="{DFE710FE-198E-1741-9AD5-77A16E9F5F0F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4318325" y="5709405"/>
                <a:ext cx="1800000" cy="1800000"/>
              </a:xfrm>
              <a:prstGeom prst="cube">
                <a:avLst/>
              </a:prstGeom>
              <a:solidFill>
                <a:srgbClr val="415889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355" name="Cube 354">
                <a:extLst>
                  <a:ext uri="{FF2B5EF4-FFF2-40B4-BE49-F238E27FC236}">
                    <a16:creationId xmlns:a16="http://schemas.microsoft.com/office/drawing/2014/main" id="{AD7961DF-E7B7-7047-A484-4C1A0FCD900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5664525" y="4371936"/>
                <a:ext cx="1800000" cy="1800000"/>
              </a:xfrm>
              <a:prstGeom prst="cube">
                <a:avLst/>
              </a:prstGeom>
              <a:solidFill>
                <a:srgbClr val="FFD05E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356" name="Cube 355">
                <a:extLst>
                  <a:ext uri="{FF2B5EF4-FFF2-40B4-BE49-F238E27FC236}">
                    <a16:creationId xmlns:a16="http://schemas.microsoft.com/office/drawing/2014/main" id="{C58317F1-8BF5-5A42-9AEA-FAA72ACDF730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14318325" y="4371936"/>
                <a:ext cx="1800000" cy="1800000"/>
              </a:xfrm>
              <a:prstGeom prst="cube">
                <a:avLst/>
              </a:prstGeom>
              <a:solidFill>
                <a:srgbClr val="D3544E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3FCC320-2C44-F74D-B313-56D097C71CFB}"/>
              </a:ext>
            </a:extLst>
          </p:cNvPr>
          <p:cNvGrpSpPr/>
          <p:nvPr/>
        </p:nvGrpSpPr>
        <p:grpSpPr>
          <a:xfrm>
            <a:off x="22576086" y="10893016"/>
            <a:ext cx="6957135" cy="4109676"/>
            <a:chOff x="24317981" y="4114800"/>
            <a:chExt cx="10800000" cy="6379710"/>
          </a:xfrm>
        </p:grpSpPr>
        <p:grpSp>
          <p:nvGrpSpPr>
            <p:cNvPr id="509" name="Group 508">
              <a:extLst>
                <a:ext uri="{FF2B5EF4-FFF2-40B4-BE49-F238E27FC236}">
                  <a16:creationId xmlns:a16="http://schemas.microsoft.com/office/drawing/2014/main" id="{CCF27977-B039-B541-8ABC-FA2B67749C84}"/>
                </a:ext>
              </a:extLst>
            </p:cNvPr>
            <p:cNvGrpSpPr/>
            <p:nvPr/>
          </p:nvGrpSpPr>
          <p:grpSpPr>
            <a:xfrm>
              <a:off x="24317981" y="4114800"/>
              <a:ext cx="10800000" cy="1350000"/>
              <a:chOff x="24317981" y="4114800"/>
              <a:chExt cx="10800000" cy="1350000"/>
            </a:xfrm>
          </p:grpSpPr>
          <p:sp>
            <p:nvSpPr>
              <p:cNvPr id="510" name="Rectangle 509">
                <a:extLst>
                  <a:ext uri="{FF2B5EF4-FFF2-40B4-BE49-F238E27FC236}">
                    <a16:creationId xmlns:a16="http://schemas.microsoft.com/office/drawing/2014/main" id="{D7192C03-3486-1C46-B7BC-D40EAC9374B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32417981" y="4114800"/>
                <a:ext cx="2700000" cy="1350000"/>
              </a:xfrm>
              <a:prstGeom prst="rect">
                <a:avLst/>
              </a:prstGeom>
              <a:solidFill>
                <a:srgbClr val="7030A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  <p:sp>
            <p:nvSpPr>
              <p:cNvPr id="511" name="Rectangle 510">
                <a:extLst>
                  <a:ext uri="{FF2B5EF4-FFF2-40B4-BE49-F238E27FC236}">
                    <a16:creationId xmlns:a16="http://schemas.microsoft.com/office/drawing/2014/main" id="{480B9299-2D86-C641-8D06-D661DBE68D7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4317981" y="4114800"/>
                <a:ext cx="2700000" cy="1350000"/>
              </a:xfrm>
              <a:prstGeom prst="rect">
                <a:avLst/>
              </a:prstGeom>
              <a:solidFill>
                <a:srgbClr val="C0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513" name="Rectangle 512">
                <a:extLst>
                  <a:ext uri="{FF2B5EF4-FFF2-40B4-BE49-F238E27FC236}">
                    <a16:creationId xmlns:a16="http://schemas.microsoft.com/office/drawing/2014/main" id="{8E281BDA-4D04-454E-8FB8-F3AD8383748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7017981" y="4114800"/>
                <a:ext cx="2700000" cy="1350000"/>
              </a:xfrm>
              <a:prstGeom prst="rect">
                <a:avLst/>
              </a:prstGeom>
              <a:solidFill>
                <a:srgbClr val="FFC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  <p:sp>
            <p:nvSpPr>
              <p:cNvPr id="514" name="Rectangle 513">
                <a:extLst>
                  <a:ext uri="{FF2B5EF4-FFF2-40B4-BE49-F238E27FC236}">
                    <a16:creationId xmlns:a16="http://schemas.microsoft.com/office/drawing/2014/main" id="{78FBB4E0-B53C-8E49-B2D4-7772D44E1A0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9717981" y="4114800"/>
                <a:ext cx="2700000" cy="1350000"/>
              </a:xfrm>
              <a:prstGeom prst="rect">
                <a:avLst/>
              </a:prstGeom>
              <a:solidFill>
                <a:srgbClr val="00206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</p:grpSp>
        <p:grpSp>
          <p:nvGrpSpPr>
            <p:cNvPr id="515" name="Group 514">
              <a:extLst>
                <a:ext uri="{FF2B5EF4-FFF2-40B4-BE49-F238E27FC236}">
                  <a16:creationId xmlns:a16="http://schemas.microsoft.com/office/drawing/2014/main" id="{D0FAC3EE-3FB5-044B-87B4-6488FC910553}"/>
                </a:ext>
              </a:extLst>
            </p:cNvPr>
            <p:cNvGrpSpPr/>
            <p:nvPr/>
          </p:nvGrpSpPr>
          <p:grpSpPr>
            <a:xfrm>
              <a:off x="24317981" y="5791370"/>
              <a:ext cx="10800000" cy="1350000"/>
              <a:chOff x="24317981" y="7674428"/>
              <a:chExt cx="10800000" cy="1350000"/>
            </a:xfrm>
          </p:grpSpPr>
          <p:sp>
            <p:nvSpPr>
              <p:cNvPr id="516" name="Rectangle 515">
                <a:extLst>
                  <a:ext uri="{FF2B5EF4-FFF2-40B4-BE49-F238E27FC236}">
                    <a16:creationId xmlns:a16="http://schemas.microsoft.com/office/drawing/2014/main" id="{785C80A9-3FDD-CF4C-A8DD-5BFCACAB35A2}"/>
                  </a:ext>
                </a:extLst>
              </p:cNvPr>
              <p:cNvSpPr/>
              <p:nvPr/>
            </p:nvSpPr>
            <p:spPr>
              <a:xfrm>
                <a:off x="24317981" y="7674428"/>
                <a:ext cx="2700000" cy="1350000"/>
              </a:xfrm>
              <a:prstGeom prst="rect">
                <a:avLst/>
              </a:prstGeom>
              <a:solidFill>
                <a:srgbClr val="92D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  <p:sp>
            <p:nvSpPr>
              <p:cNvPr id="517" name="Rectangle 516">
                <a:extLst>
                  <a:ext uri="{FF2B5EF4-FFF2-40B4-BE49-F238E27FC236}">
                    <a16:creationId xmlns:a16="http://schemas.microsoft.com/office/drawing/2014/main" id="{298C91FD-9FC5-884E-B403-09AF23147CE4}"/>
                  </a:ext>
                </a:extLst>
              </p:cNvPr>
              <p:cNvSpPr/>
              <p:nvPr/>
            </p:nvSpPr>
            <p:spPr>
              <a:xfrm>
                <a:off x="27017981" y="7674428"/>
                <a:ext cx="2700000" cy="1350000"/>
              </a:xfrm>
              <a:prstGeom prst="rect">
                <a:avLst/>
              </a:prstGeom>
              <a:solidFill>
                <a:srgbClr val="00B0F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  <p:sp>
            <p:nvSpPr>
              <p:cNvPr id="518" name="Rectangle 517">
                <a:extLst>
                  <a:ext uri="{FF2B5EF4-FFF2-40B4-BE49-F238E27FC236}">
                    <a16:creationId xmlns:a16="http://schemas.microsoft.com/office/drawing/2014/main" id="{3106282D-E346-2342-B6B2-BDAD6BBAC1E1}"/>
                  </a:ext>
                </a:extLst>
              </p:cNvPr>
              <p:cNvSpPr/>
              <p:nvPr/>
            </p:nvSpPr>
            <p:spPr>
              <a:xfrm>
                <a:off x="29717981" y="7674428"/>
                <a:ext cx="2700000" cy="1350000"/>
              </a:xfrm>
              <a:prstGeom prst="rect">
                <a:avLst/>
              </a:prstGeom>
              <a:solidFill>
                <a:srgbClr val="FF00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  <p:sp>
            <p:nvSpPr>
              <p:cNvPr id="519" name="Rectangle 518">
                <a:extLst>
                  <a:ext uri="{FF2B5EF4-FFF2-40B4-BE49-F238E27FC236}">
                    <a16:creationId xmlns:a16="http://schemas.microsoft.com/office/drawing/2014/main" id="{EDC4AAFB-FA4F-534F-AF9A-A91D17586472}"/>
                  </a:ext>
                </a:extLst>
              </p:cNvPr>
              <p:cNvSpPr/>
              <p:nvPr/>
            </p:nvSpPr>
            <p:spPr>
              <a:xfrm>
                <a:off x="32417981" y="7674428"/>
                <a:ext cx="2700000" cy="1350000"/>
              </a:xfrm>
              <a:prstGeom prst="rect">
                <a:avLst/>
              </a:prstGeom>
              <a:solidFill>
                <a:srgbClr val="FFFF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</p:grp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6E45B209-8816-6745-9662-B2A9D0F5FAE6}"/>
                </a:ext>
              </a:extLst>
            </p:cNvPr>
            <p:cNvGrpSpPr/>
            <p:nvPr/>
          </p:nvGrpSpPr>
          <p:grpSpPr>
            <a:xfrm>
              <a:off x="24317981" y="7467940"/>
              <a:ext cx="10800000" cy="1350000"/>
              <a:chOff x="24317981" y="10559056"/>
              <a:chExt cx="10800000" cy="1350000"/>
            </a:xfrm>
          </p:grpSpPr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EEEB7051-EB59-E642-831A-74E660E449A4}"/>
                  </a:ext>
                </a:extLst>
              </p:cNvPr>
              <p:cNvSpPr/>
              <p:nvPr/>
            </p:nvSpPr>
            <p:spPr>
              <a:xfrm>
                <a:off x="24317981" y="10559056"/>
                <a:ext cx="2700000" cy="1350000"/>
              </a:xfrm>
              <a:prstGeom prst="rect">
                <a:avLst/>
              </a:prstGeom>
              <a:solidFill>
                <a:srgbClr val="00B05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  <p:sp>
            <p:nvSpPr>
              <p:cNvPr id="522" name="Rectangle 521">
                <a:extLst>
                  <a:ext uri="{FF2B5EF4-FFF2-40B4-BE49-F238E27FC236}">
                    <a16:creationId xmlns:a16="http://schemas.microsoft.com/office/drawing/2014/main" id="{32A15CB2-0079-5242-BB8B-0F10E753EBD5}"/>
                  </a:ext>
                </a:extLst>
              </p:cNvPr>
              <p:cNvSpPr/>
              <p:nvPr/>
            </p:nvSpPr>
            <p:spPr>
              <a:xfrm>
                <a:off x="27017981" y="10559056"/>
                <a:ext cx="2700000" cy="1350000"/>
              </a:xfrm>
              <a:prstGeom prst="rect">
                <a:avLst/>
              </a:prstGeom>
              <a:solidFill>
                <a:srgbClr val="0070C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  <p:sp>
            <p:nvSpPr>
              <p:cNvPr id="523" name="Rectangle 522">
                <a:extLst>
                  <a:ext uri="{FF2B5EF4-FFF2-40B4-BE49-F238E27FC236}">
                    <a16:creationId xmlns:a16="http://schemas.microsoft.com/office/drawing/2014/main" id="{BEDB15C4-D7F1-7B4B-A259-A30BF86CC332}"/>
                  </a:ext>
                </a:extLst>
              </p:cNvPr>
              <p:cNvSpPr/>
              <p:nvPr/>
            </p:nvSpPr>
            <p:spPr>
              <a:xfrm>
                <a:off x="29717981" y="10559056"/>
                <a:ext cx="2700000" cy="1350000"/>
              </a:xfrm>
              <a:prstGeom prst="rect">
                <a:avLst/>
              </a:prstGeom>
              <a:solidFill>
                <a:srgbClr val="FF9300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  <p:sp>
            <p:nvSpPr>
              <p:cNvPr id="524" name="Rectangle 523">
                <a:extLst>
                  <a:ext uri="{FF2B5EF4-FFF2-40B4-BE49-F238E27FC236}">
                    <a16:creationId xmlns:a16="http://schemas.microsoft.com/office/drawing/2014/main" id="{317C20B7-FE56-CE4D-8EA2-2C65692F1D51}"/>
                  </a:ext>
                </a:extLst>
              </p:cNvPr>
              <p:cNvSpPr/>
              <p:nvPr/>
            </p:nvSpPr>
            <p:spPr>
              <a:xfrm>
                <a:off x="32417981" y="10559056"/>
                <a:ext cx="2700000" cy="135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  <p:grpSp>
          <p:nvGrpSpPr>
            <p:cNvPr id="525" name="Group 524">
              <a:extLst>
                <a:ext uri="{FF2B5EF4-FFF2-40B4-BE49-F238E27FC236}">
                  <a16:creationId xmlns:a16="http://schemas.microsoft.com/office/drawing/2014/main" id="{7F0C413E-F689-7640-BD80-307205FD223F}"/>
                </a:ext>
              </a:extLst>
            </p:cNvPr>
            <p:cNvGrpSpPr/>
            <p:nvPr/>
          </p:nvGrpSpPr>
          <p:grpSpPr>
            <a:xfrm>
              <a:off x="24317981" y="9144510"/>
              <a:ext cx="10800000" cy="1350000"/>
              <a:chOff x="24317981" y="12768684"/>
              <a:chExt cx="10800000" cy="1350000"/>
            </a:xfrm>
          </p:grpSpPr>
          <p:sp>
            <p:nvSpPr>
              <p:cNvPr id="526" name="Rectangle 525">
                <a:extLst>
                  <a:ext uri="{FF2B5EF4-FFF2-40B4-BE49-F238E27FC236}">
                    <a16:creationId xmlns:a16="http://schemas.microsoft.com/office/drawing/2014/main" id="{26C48441-B2DE-9447-B877-F579F39D3E07}"/>
                  </a:ext>
                </a:extLst>
              </p:cNvPr>
              <p:cNvSpPr/>
              <p:nvPr/>
            </p:nvSpPr>
            <p:spPr>
              <a:xfrm>
                <a:off x="24317981" y="12768684"/>
                <a:ext cx="2700000" cy="1350000"/>
              </a:xfrm>
              <a:prstGeom prst="rect">
                <a:avLst/>
              </a:prstGeom>
              <a:solidFill>
                <a:srgbClr val="AB7942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  <p:sp>
            <p:nvSpPr>
              <p:cNvPr id="527" name="Rectangle 526">
                <a:extLst>
                  <a:ext uri="{FF2B5EF4-FFF2-40B4-BE49-F238E27FC236}">
                    <a16:creationId xmlns:a16="http://schemas.microsoft.com/office/drawing/2014/main" id="{34E677AB-02BD-3A47-B890-A150FAD6568B}"/>
                  </a:ext>
                </a:extLst>
              </p:cNvPr>
              <p:cNvSpPr/>
              <p:nvPr/>
            </p:nvSpPr>
            <p:spPr>
              <a:xfrm>
                <a:off x="27017981" y="12768684"/>
                <a:ext cx="2700000" cy="1350000"/>
              </a:xfrm>
              <a:prstGeom prst="rect">
                <a:avLst/>
              </a:prstGeom>
              <a:solidFill>
                <a:srgbClr val="FF40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  <p:sp>
            <p:nvSpPr>
              <p:cNvPr id="528" name="Rectangle 527">
                <a:extLst>
                  <a:ext uri="{FF2B5EF4-FFF2-40B4-BE49-F238E27FC236}">
                    <a16:creationId xmlns:a16="http://schemas.microsoft.com/office/drawing/2014/main" id="{753321F3-D446-594D-A33B-4273C5278F59}"/>
                  </a:ext>
                </a:extLst>
              </p:cNvPr>
              <p:cNvSpPr/>
              <p:nvPr/>
            </p:nvSpPr>
            <p:spPr>
              <a:xfrm>
                <a:off x="29717981" y="12768684"/>
                <a:ext cx="2700000" cy="1350000"/>
              </a:xfrm>
              <a:prstGeom prst="rect">
                <a:avLst/>
              </a:prstGeom>
              <a:solidFill>
                <a:srgbClr val="00FDFF">
                  <a:alpha val="75000"/>
                </a:srgb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/>
              </a:p>
            </p:txBody>
          </p:sp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D3F6CB54-1E50-A54F-82D7-B7E16CFCB937}"/>
                  </a:ext>
                </a:extLst>
              </p:cNvPr>
              <p:cNvSpPr/>
              <p:nvPr/>
            </p:nvSpPr>
            <p:spPr>
              <a:xfrm>
                <a:off x="32417981" y="12768684"/>
                <a:ext cx="2700000" cy="1350000"/>
              </a:xfrm>
              <a:prstGeom prst="rect">
                <a:avLst/>
              </a:prstGeom>
              <a:solidFill>
                <a:schemeClr val="accent2">
                  <a:lumMod val="50000"/>
                  <a:alpha val="75000"/>
                </a:schemeClr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en-US" sz="4800" b="1"/>
              </a:p>
            </p:txBody>
          </p:sp>
        </p:grpSp>
      </p:grpSp>
      <p:cxnSp>
        <p:nvCxnSpPr>
          <p:cNvPr id="692" name="Straight Arrow Connector 691">
            <a:extLst>
              <a:ext uri="{FF2B5EF4-FFF2-40B4-BE49-F238E27FC236}">
                <a16:creationId xmlns:a16="http://schemas.microsoft.com/office/drawing/2014/main" id="{8FDD5BBA-C85E-F045-8381-525902584CD7}"/>
              </a:ext>
            </a:extLst>
          </p:cNvPr>
          <p:cNvCxnSpPr>
            <a:cxnSpLocks/>
          </p:cNvCxnSpPr>
          <p:nvPr/>
        </p:nvCxnSpPr>
        <p:spPr>
          <a:xfrm>
            <a:off x="29854891" y="10893016"/>
            <a:ext cx="0" cy="4105252"/>
          </a:xfrm>
          <a:prstGeom prst="straightConnector1">
            <a:avLst/>
          </a:prstGeom>
          <a:ln w="635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3" name="Rectangle 692">
            <a:extLst>
              <a:ext uri="{FF2B5EF4-FFF2-40B4-BE49-F238E27FC236}">
                <a16:creationId xmlns:a16="http://schemas.microsoft.com/office/drawing/2014/main" id="{CD8D8088-30AD-2E44-8BB3-B626B30CEC05}"/>
              </a:ext>
            </a:extLst>
          </p:cNvPr>
          <p:cNvSpPr/>
          <p:nvPr/>
        </p:nvSpPr>
        <p:spPr>
          <a:xfrm>
            <a:off x="29896151" y="12049164"/>
            <a:ext cx="900000" cy="2318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697" name="Rectangle 696">
            <a:extLst>
              <a:ext uri="{FF2B5EF4-FFF2-40B4-BE49-F238E27FC236}">
                <a16:creationId xmlns:a16="http://schemas.microsoft.com/office/drawing/2014/main" id="{F2AB1179-4245-C14D-851C-A67A4C7C37CD}"/>
              </a:ext>
            </a:extLst>
          </p:cNvPr>
          <p:cNvSpPr/>
          <p:nvPr/>
        </p:nvSpPr>
        <p:spPr>
          <a:xfrm>
            <a:off x="18748472" y="12144760"/>
            <a:ext cx="2160000" cy="90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ea typeface="Cambria Math" panose="02040503050406030204" pitchFamily="18" charset="0"/>
              </a:rPr>
              <a:t>Unfold</a:t>
            </a:r>
            <a:endParaRPr lang="en-BE" sz="4800" b="1" dirty="0">
              <a:solidFill>
                <a:schemeClr val="tx1"/>
              </a:solidFill>
              <a:ea typeface="Cambria Math" panose="02040503050406030204" pitchFamily="18" charset="0"/>
            </a:endParaRPr>
          </a:p>
        </p:txBody>
      </p:sp>
      <p:cxnSp>
        <p:nvCxnSpPr>
          <p:cNvPr id="701" name="Straight Arrow Connector 700">
            <a:extLst>
              <a:ext uri="{FF2B5EF4-FFF2-40B4-BE49-F238E27FC236}">
                <a16:creationId xmlns:a16="http://schemas.microsoft.com/office/drawing/2014/main" id="{257A8111-D046-A840-92D2-0F687FCC349D}"/>
              </a:ext>
            </a:extLst>
          </p:cNvPr>
          <p:cNvCxnSpPr>
            <a:cxnSpLocks/>
          </p:cNvCxnSpPr>
          <p:nvPr/>
        </p:nvCxnSpPr>
        <p:spPr>
          <a:xfrm>
            <a:off x="18964472" y="13168130"/>
            <a:ext cx="1728000" cy="0"/>
          </a:xfrm>
          <a:prstGeom prst="straightConnector1">
            <a:avLst/>
          </a:prstGeom>
          <a:ln w="1270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7" name="Rectangle 706">
            <a:extLst>
              <a:ext uri="{FF2B5EF4-FFF2-40B4-BE49-F238E27FC236}">
                <a16:creationId xmlns:a16="http://schemas.microsoft.com/office/drawing/2014/main" id="{55380362-86CC-C446-BE10-05813B4BE608}"/>
              </a:ext>
            </a:extLst>
          </p:cNvPr>
          <p:cNvSpPr/>
          <p:nvPr/>
        </p:nvSpPr>
        <p:spPr>
          <a:xfrm>
            <a:off x="10261437" y="11071430"/>
            <a:ext cx="4680000" cy="1491509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ea typeface="Cambria Math" panose="02040503050406030204" pitchFamily="18" charset="0"/>
              </a:rPr>
              <a:t>Non-</a:t>
            </a:r>
            <a:r>
              <a:rPr lang="en-US" sz="4800" b="1" dirty="0" err="1">
                <a:solidFill>
                  <a:schemeClr val="tx1"/>
                </a:solidFill>
                <a:ea typeface="Cambria Math" panose="02040503050406030204" pitchFamily="18" charset="0"/>
              </a:rPr>
              <a:t>overapping</a:t>
            </a:r>
            <a:r>
              <a:rPr lang="en-US" sz="4800" b="1" dirty="0">
                <a:solidFill>
                  <a:schemeClr val="tx1"/>
                </a:solidFill>
                <a:ea typeface="Cambria Math" panose="02040503050406030204" pitchFamily="18" charset="0"/>
              </a:rPr>
              <a:t> Patches</a:t>
            </a:r>
            <a:endParaRPr lang="en-BE" sz="4800" b="1" dirty="0">
              <a:solidFill>
                <a:schemeClr val="tx1"/>
              </a:solidFill>
              <a:ea typeface="Cambria Math" panose="02040503050406030204" pitchFamily="18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5740841-8DE5-B049-B329-80F99C67CE4C}"/>
              </a:ext>
            </a:extLst>
          </p:cNvPr>
          <p:cNvGrpSpPr>
            <a:grpSpLocks noChangeAspect="1"/>
          </p:cNvGrpSpPr>
          <p:nvPr/>
        </p:nvGrpSpPr>
        <p:grpSpPr>
          <a:xfrm>
            <a:off x="7125640" y="11075739"/>
            <a:ext cx="3761104" cy="3744231"/>
            <a:chOff x="3479800" y="3632993"/>
            <a:chExt cx="5838600" cy="581240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483E75C-B5E0-6348-A608-C35BB0B2A42B}"/>
                </a:ext>
              </a:extLst>
            </p:cNvPr>
            <p:cNvGrpSpPr/>
            <p:nvPr/>
          </p:nvGrpSpPr>
          <p:grpSpPr>
            <a:xfrm>
              <a:off x="3479800" y="7645400"/>
              <a:ext cx="5838600" cy="1800000"/>
              <a:chOff x="3530600" y="4368800"/>
              <a:chExt cx="5838600" cy="1800000"/>
            </a:xfrm>
          </p:grpSpPr>
          <p:sp>
            <p:nvSpPr>
              <p:cNvPr id="6" name="Cube 5">
                <a:extLst>
                  <a:ext uri="{FF2B5EF4-FFF2-40B4-BE49-F238E27FC236}">
                    <a16:creationId xmlns:a16="http://schemas.microsoft.com/office/drawing/2014/main" id="{E8795BAB-D47A-5E46-9F27-A050215994F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569200" y="4368800"/>
                <a:ext cx="1800000" cy="1800000"/>
              </a:xfrm>
              <a:prstGeom prst="cube">
                <a:avLst/>
              </a:prstGeom>
              <a:solidFill>
                <a:srgbClr val="A46E4F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9D26F56C-00E7-0E46-9C43-A2D36969B63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6223000" y="4368800"/>
                <a:ext cx="1800000" cy="1800000"/>
              </a:xfrm>
              <a:prstGeom prst="cube">
                <a:avLst/>
              </a:prstGeom>
              <a:solidFill>
                <a:srgbClr val="6FFEFF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ED594A6E-E39C-CA43-A0F4-3030169F32D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76800" y="4368800"/>
                <a:ext cx="1800000" cy="1800000"/>
              </a:xfrm>
              <a:prstGeom prst="cube">
                <a:avLst/>
              </a:prstGeom>
              <a:solidFill>
                <a:srgbClr val="676767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2563BB9E-77A9-6F4B-8D7E-929E2F61F9E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3530600" y="4368800"/>
                <a:ext cx="1800000" cy="1800000"/>
              </a:xfrm>
              <a:prstGeom prst="cube">
                <a:avLst/>
              </a:prstGeom>
              <a:solidFill>
                <a:srgbClr val="FFAF5A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B3533AA2-ADAA-C543-8D3D-CF2B7BC8CAA4}"/>
                </a:ext>
              </a:extLst>
            </p:cNvPr>
            <p:cNvGrpSpPr/>
            <p:nvPr/>
          </p:nvGrpSpPr>
          <p:grpSpPr>
            <a:xfrm>
              <a:off x="3479800" y="6307931"/>
              <a:ext cx="5838600" cy="1800000"/>
              <a:chOff x="3530600" y="4368800"/>
              <a:chExt cx="5838600" cy="1800000"/>
            </a:xfrm>
          </p:grpSpPr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5C82058E-D652-444D-9C05-DF6420FBF82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569200" y="4368800"/>
                <a:ext cx="1800000" cy="1800000"/>
              </a:xfrm>
              <a:prstGeom prst="cube">
                <a:avLst/>
              </a:prstGeom>
              <a:solidFill>
                <a:srgbClr val="FF75FF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59EE8A13-8502-6442-8ECD-4FE42A36CE5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6223000" y="4368800"/>
                <a:ext cx="1800000" cy="1800000"/>
              </a:xfrm>
              <a:prstGeom prst="cube">
                <a:avLst/>
              </a:prstGeom>
              <a:solidFill>
                <a:srgbClr val="C19C72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8533AC65-CE79-A549-AFBA-C0094FB3C08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76800" y="4368800"/>
                <a:ext cx="1800000" cy="1800000"/>
              </a:xfrm>
              <a:prstGeom prst="cube">
                <a:avLst/>
              </a:prstGeom>
              <a:solidFill>
                <a:srgbClr val="5396D2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357ACEFC-0BD4-EB49-B04C-28FEF45CB2D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3530600" y="4368800"/>
                <a:ext cx="1800000" cy="1800000"/>
              </a:xfrm>
              <a:prstGeom prst="cube">
                <a:avLst/>
              </a:prstGeom>
              <a:solidFill>
                <a:srgbClr val="62C47E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EBC092B0-31DE-304C-8169-B7E1778C40AB}"/>
                </a:ext>
              </a:extLst>
            </p:cNvPr>
            <p:cNvGrpSpPr/>
            <p:nvPr/>
          </p:nvGrpSpPr>
          <p:grpSpPr>
            <a:xfrm>
              <a:off x="3479800" y="4970462"/>
              <a:ext cx="5838600" cy="1800000"/>
              <a:chOff x="3530600" y="4368800"/>
              <a:chExt cx="5838600" cy="1800000"/>
            </a:xfrm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3B50E92C-1664-9A4C-B1CD-B9ECBE42D9C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569200" y="4368800"/>
                <a:ext cx="1800000" cy="1800000"/>
              </a:xfrm>
              <a:prstGeom prst="cube">
                <a:avLst/>
              </a:prstGeom>
              <a:solidFill>
                <a:srgbClr val="FFFF67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3AF015B3-88C4-9B43-8784-05D8E014D3A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6223000" y="4368800"/>
                <a:ext cx="1800000" cy="1800000"/>
              </a:xfrm>
              <a:prstGeom prst="cube">
                <a:avLst/>
              </a:prstGeom>
              <a:solidFill>
                <a:srgbClr val="FF5A53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DC9E50B4-DB86-214C-B6E9-D8E6194A2EC0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76800" y="4368800"/>
                <a:ext cx="1800000" cy="1800000"/>
              </a:xfrm>
              <a:prstGeom prst="cube">
                <a:avLst/>
              </a:prstGeom>
              <a:solidFill>
                <a:srgbClr val="9565BA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3E18C113-AD31-A940-B17B-91024F93840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3530600" y="4368800"/>
                <a:ext cx="1800000" cy="1800000"/>
              </a:xfrm>
              <a:prstGeom prst="cube">
                <a:avLst/>
              </a:prstGeom>
              <a:solidFill>
                <a:srgbClr val="415889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A247AFC3-055E-614F-8970-16860C807E05}"/>
                </a:ext>
              </a:extLst>
            </p:cNvPr>
            <p:cNvGrpSpPr/>
            <p:nvPr/>
          </p:nvGrpSpPr>
          <p:grpSpPr>
            <a:xfrm>
              <a:off x="3479800" y="3632993"/>
              <a:ext cx="5838600" cy="1800000"/>
              <a:chOff x="3530600" y="4368800"/>
              <a:chExt cx="5838600" cy="1800000"/>
            </a:xfrm>
          </p:grpSpPr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4A68F903-F1FE-5749-98ED-446E8DC44D7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569200" y="4368800"/>
                <a:ext cx="1800000" cy="1800000"/>
              </a:xfrm>
              <a:prstGeom prst="cube">
                <a:avLst/>
              </a:prstGeom>
              <a:solidFill>
                <a:srgbClr val="61C4F5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CA5CBB6D-29E8-BC41-9C8A-F4EFC3BF61D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6223000" y="4368800"/>
                <a:ext cx="1800000" cy="1800000"/>
              </a:xfrm>
              <a:prstGeom prst="cube">
                <a:avLst/>
              </a:prstGeom>
              <a:solidFill>
                <a:srgbClr val="AFDE81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1A8F9352-B67C-B644-BF8B-6D15DACB0C8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76800" y="4368800"/>
                <a:ext cx="1800000" cy="1800000"/>
              </a:xfrm>
              <a:prstGeom prst="cube">
                <a:avLst/>
              </a:prstGeom>
              <a:solidFill>
                <a:srgbClr val="FFD05E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BC456FD8-F7A9-C940-861B-FAA5200F71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3530600" y="4368800"/>
                <a:ext cx="1800000" cy="1800000"/>
              </a:xfrm>
              <a:prstGeom prst="cube">
                <a:avLst/>
              </a:prstGeom>
              <a:solidFill>
                <a:srgbClr val="D3544E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</p:grpSp>
      <p:sp>
        <p:nvSpPr>
          <p:cNvPr id="694" name="Rectangle 693">
            <a:extLst>
              <a:ext uri="{FF2B5EF4-FFF2-40B4-BE49-F238E27FC236}">
                <a16:creationId xmlns:a16="http://schemas.microsoft.com/office/drawing/2014/main" id="{F61E334E-289A-5D4B-84F1-ADA4679D9C8B}"/>
              </a:ext>
            </a:extLst>
          </p:cNvPr>
          <p:cNvSpPr/>
          <p:nvPr/>
        </p:nvSpPr>
        <p:spPr>
          <a:xfrm>
            <a:off x="8118653" y="15046460"/>
            <a:ext cx="2067405" cy="1008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ea typeface="Cambria Math" panose="02040503050406030204" pitchFamily="18" charset="0"/>
              </a:rPr>
              <a:t>Input</a:t>
            </a:r>
            <a:endParaRPr lang="en-BE" sz="4800" b="1" i="1" dirty="0">
              <a:solidFill>
                <a:schemeClr val="tx1"/>
              </a:solidFill>
              <a:ea typeface="Cambria Math" panose="02040503050406030204" pitchFamily="18" charset="0"/>
            </a:endParaRP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0DE7190C-33F7-2946-AD15-7AF32ECC1BFE}"/>
              </a:ext>
            </a:extLst>
          </p:cNvPr>
          <p:cNvCxnSpPr>
            <a:cxnSpLocks/>
          </p:cNvCxnSpPr>
          <p:nvPr/>
        </p:nvCxnSpPr>
        <p:spPr>
          <a:xfrm>
            <a:off x="22654966" y="10614956"/>
            <a:ext cx="6878255" cy="0"/>
          </a:xfrm>
          <a:prstGeom prst="straightConnector1">
            <a:avLst/>
          </a:prstGeom>
          <a:ln w="635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C12042A-6EB9-B74F-B854-0DFA76F14AA6}"/>
              </a:ext>
            </a:extLst>
          </p:cNvPr>
          <p:cNvSpPr/>
          <p:nvPr/>
        </p:nvSpPr>
        <p:spPr>
          <a:xfrm>
            <a:off x="21373566" y="10293912"/>
            <a:ext cx="900000" cy="2318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Channel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01E344B3-17A1-964B-A620-90BF1D485EDC}"/>
              </a:ext>
            </a:extLst>
          </p:cNvPr>
          <p:cNvCxnSpPr>
            <a:cxnSpLocks/>
          </p:cNvCxnSpPr>
          <p:nvPr/>
        </p:nvCxnSpPr>
        <p:spPr>
          <a:xfrm>
            <a:off x="22311816" y="10893016"/>
            <a:ext cx="0" cy="833923"/>
          </a:xfrm>
          <a:prstGeom prst="straightConnector1">
            <a:avLst/>
          </a:prstGeom>
          <a:ln w="635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1A8A0C4-C1B2-FD47-8DB4-2668FE370CE8}"/>
              </a:ext>
            </a:extLst>
          </p:cNvPr>
          <p:cNvSpPr/>
          <p:nvPr/>
        </p:nvSpPr>
        <p:spPr>
          <a:xfrm>
            <a:off x="24952358" y="9714956"/>
            <a:ext cx="2362351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Pixel</a:t>
            </a:r>
          </a:p>
        </p:txBody>
      </p: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4D3C0C68-EBC4-C145-868E-3732885E8005}"/>
              </a:ext>
            </a:extLst>
          </p:cNvPr>
          <p:cNvCxnSpPr>
            <a:cxnSpLocks/>
          </p:cNvCxnSpPr>
          <p:nvPr/>
        </p:nvCxnSpPr>
        <p:spPr>
          <a:xfrm>
            <a:off x="11573072" y="12789429"/>
            <a:ext cx="1728000" cy="0"/>
          </a:xfrm>
          <a:prstGeom prst="straightConnector1">
            <a:avLst/>
          </a:prstGeom>
          <a:ln w="1270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2699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" name="Group 508">
            <a:extLst>
              <a:ext uri="{FF2B5EF4-FFF2-40B4-BE49-F238E27FC236}">
                <a16:creationId xmlns:a16="http://schemas.microsoft.com/office/drawing/2014/main" id="{CCF27977-B039-B541-8ABC-FA2B67749C84}"/>
              </a:ext>
            </a:extLst>
          </p:cNvPr>
          <p:cNvGrpSpPr/>
          <p:nvPr/>
        </p:nvGrpSpPr>
        <p:grpSpPr>
          <a:xfrm>
            <a:off x="11572854" y="9957070"/>
            <a:ext cx="6957135" cy="869642"/>
            <a:chOff x="24317981" y="4114800"/>
            <a:chExt cx="10800000" cy="1350000"/>
          </a:xfrm>
        </p:grpSpPr>
        <p:sp>
          <p:nvSpPr>
            <p:cNvPr id="510" name="Rectangle 509">
              <a:extLst>
                <a:ext uri="{FF2B5EF4-FFF2-40B4-BE49-F238E27FC236}">
                  <a16:creationId xmlns:a16="http://schemas.microsoft.com/office/drawing/2014/main" id="{D7192C03-3486-1C46-B7BC-D40EAC9374B4}"/>
                </a:ext>
              </a:extLst>
            </p:cNvPr>
            <p:cNvSpPr>
              <a:spLocks/>
            </p:cNvSpPr>
            <p:nvPr/>
          </p:nvSpPr>
          <p:spPr>
            <a:xfrm>
              <a:off x="32417981" y="4114800"/>
              <a:ext cx="2700000" cy="1350000"/>
            </a:xfrm>
            <a:prstGeom prst="rect">
              <a:avLst/>
            </a:prstGeom>
            <a:solidFill>
              <a:srgbClr val="7030A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  <p:sp>
          <p:nvSpPr>
            <p:cNvPr id="511" name="Rectangle 510">
              <a:extLst>
                <a:ext uri="{FF2B5EF4-FFF2-40B4-BE49-F238E27FC236}">
                  <a16:creationId xmlns:a16="http://schemas.microsoft.com/office/drawing/2014/main" id="{480B9299-2D86-C641-8D06-D661DBE68D73}"/>
                </a:ext>
              </a:extLst>
            </p:cNvPr>
            <p:cNvSpPr>
              <a:spLocks/>
            </p:cNvSpPr>
            <p:nvPr/>
          </p:nvSpPr>
          <p:spPr>
            <a:xfrm>
              <a:off x="24317981" y="4114800"/>
              <a:ext cx="2700000" cy="1350000"/>
            </a:xfrm>
            <a:prstGeom prst="rect">
              <a:avLst/>
            </a:prstGeom>
            <a:solidFill>
              <a:srgbClr val="C0000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 dirty="0"/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8E281BDA-4D04-454E-8FB8-F3AD83837487}"/>
                </a:ext>
              </a:extLst>
            </p:cNvPr>
            <p:cNvSpPr>
              <a:spLocks/>
            </p:cNvSpPr>
            <p:nvPr/>
          </p:nvSpPr>
          <p:spPr>
            <a:xfrm>
              <a:off x="27017981" y="4114800"/>
              <a:ext cx="2700000" cy="1350000"/>
            </a:xfrm>
            <a:prstGeom prst="rect">
              <a:avLst/>
            </a:prstGeom>
            <a:solidFill>
              <a:srgbClr val="FFC00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  <p:sp>
          <p:nvSpPr>
            <p:cNvPr id="514" name="Rectangle 513">
              <a:extLst>
                <a:ext uri="{FF2B5EF4-FFF2-40B4-BE49-F238E27FC236}">
                  <a16:creationId xmlns:a16="http://schemas.microsoft.com/office/drawing/2014/main" id="{78FBB4E0-B53C-8E49-B2D4-7772D44E1A07}"/>
                </a:ext>
              </a:extLst>
            </p:cNvPr>
            <p:cNvSpPr>
              <a:spLocks/>
            </p:cNvSpPr>
            <p:nvPr/>
          </p:nvSpPr>
          <p:spPr>
            <a:xfrm>
              <a:off x="29717981" y="4114800"/>
              <a:ext cx="2700000" cy="1350000"/>
            </a:xfrm>
            <a:prstGeom prst="rect">
              <a:avLst/>
            </a:prstGeom>
            <a:solidFill>
              <a:srgbClr val="00206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D0FAC3EE-3FB5-044B-87B4-6488FC910553}"/>
              </a:ext>
            </a:extLst>
          </p:cNvPr>
          <p:cNvGrpSpPr/>
          <p:nvPr/>
        </p:nvGrpSpPr>
        <p:grpSpPr>
          <a:xfrm>
            <a:off x="18529989" y="9957070"/>
            <a:ext cx="6957135" cy="869642"/>
            <a:chOff x="24317981" y="7674428"/>
            <a:chExt cx="10800000" cy="1350000"/>
          </a:xfrm>
        </p:grpSpPr>
        <p:sp>
          <p:nvSpPr>
            <p:cNvPr id="516" name="Rectangle 515">
              <a:extLst>
                <a:ext uri="{FF2B5EF4-FFF2-40B4-BE49-F238E27FC236}">
                  <a16:creationId xmlns:a16="http://schemas.microsoft.com/office/drawing/2014/main" id="{785C80A9-3FDD-CF4C-A8DD-5BFCACAB35A2}"/>
                </a:ext>
              </a:extLst>
            </p:cNvPr>
            <p:cNvSpPr/>
            <p:nvPr/>
          </p:nvSpPr>
          <p:spPr>
            <a:xfrm>
              <a:off x="24317981" y="7674428"/>
              <a:ext cx="2700000" cy="1350000"/>
            </a:xfrm>
            <a:prstGeom prst="rect">
              <a:avLst/>
            </a:prstGeom>
            <a:solidFill>
              <a:srgbClr val="92D05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  <p:sp>
          <p:nvSpPr>
            <p:cNvPr id="517" name="Rectangle 516">
              <a:extLst>
                <a:ext uri="{FF2B5EF4-FFF2-40B4-BE49-F238E27FC236}">
                  <a16:creationId xmlns:a16="http://schemas.microsoft.com/office/drawing/2014/main" id="{298C91FD-9FC5-884E-B403-09AF23147CE4}"/>
                </a:ext>
              </a:extLst>
            </p:cNvPr>
            <p:cNvSpPr/>
            <p:nvPr/>
          </p:nvSpPr>
          <p:spPr>
            <a:xfrm>
              <a:off x="27017981" y="7674428"/>
              <a:ext cx="2700000" cy="1350000"/>
            </a:xfrm>
            <a:prstGeom prst="rect">
              <a:avLst/>
            </a:prstGeom>
            <a:solidFill>
              <a:srgbClr val="00B0F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  <p:sp>
          <p:nvSpPr>
            <p:cNvPr id="518" name="Rectangle 517">
              <a:extLst>
                <a:ext uri="{FF2B5EF4-FFF2-40B4-BE49-F238E27FC236}">
                  <a16:creationId xmlns:a16="http://schemas.microsoft.com/office/drawing/2014/main" id="{3106282D-E346-2342-B6B2-BDAD6BBAC1E1}"/>
                </a:ext>
              </a:extLst>
            </p:cNvPr>
            <p:cNvSpPr/>
            <p:nvPr/>
          </p:nvSpPr>
          <p:spPr>
            <a:xfrm>
              <a:off x="29717981" y="7674428"/>
              <a:ext cx="2700000" cy="1350000"/>
            </a:xfrm>
            <a:prstGeom prst="rect">
              <a:avLst/>
            </a:prstGeom>
            <a:solidFill>
              <a:srgbClr val="FF000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  <p:sp>
          <p:nvSpPr>
            <p:cNvPr id="519" name="Rectangle 518">
              <a:extLst>
                <a:ext uri="{FF2B5EF4-FFF2-40B4-BE49-F238E27FC236}">
                  <a16:creationId xmlns:a16="http://schemas.microsoft.com/office/drawing/2014/main" id="{EDC4AAFB-FA4F-534F-AF9A-A91D17586472}"/>
                </a:ext>
              </a:extLst>
            </p:cNvPr>
            <p:cNvSpPr/>
            <p:nvPr/>
          </p:nvSpPr>
          <p:spPr>
            <a:xfrm>
              <a:off x="32417981" y="7674428"/>
              <a:ext cx="2700000" cy="1350000"/>
            </a:xfrm>
            <a:prstGeom prst="rect">
              <a:avLst/>
            </a:prstGeom>
            <a:solidFill>
              <a:srgbClr val="FFFF0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E45B209-8816-6745-9662-B2A9D0F5FAE6}"/>
              </a:ext>
            </a:extLst>
          </p:cNvPr>
          <p:cNvGrpSpPr/>
          <p:nvPr/>
        </p:nvGrpSpPr>
        <p:grpSpPr>
          <a:xfrm>
            <a:off x="25487124" y="9957070"/>
            <a:ext cx="6957135" cy="869642"/>
            <a:chOff x="24317981" y="10559056"/>
            <a:chExt cx="10800000" cy="135000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EEEB7051-EB59-E642-831A-74E660E449A4}"/>
                </a:ext>
              </a:extLst>
            </p:cNvPr>
            <p:cNvSpPr/>
            <p:nvPr/>
          </p:nvSpPr>
          <p:spPr>
            <a:xfrm>
              <a:off x="24317981" y="10559056"/>
              <a:ext cx="2700000" cy="1350000"/>
            </a:xfrm>
            <a:prstGeom prst="rect">
              <a:avLst/>
            </a:prstGeom>
            <a:solidFill>
              <a:srgbClr val="00B05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  <p:sp>
          <p:nvSpPr>
            <p:cNvPr id="522" name="Rectangle 521">
              <a:extLst>
                <a:ext uri="{FF2B5EF4-FFF2-40B4-BE49-F238E27FC236}">
                  <a16:creationId xmlns:a16="http://schemas.microsoft.com/office/drawing/2014/main" id="{32A15CB2-0079-5242-BB8B-0F10E753EBD5}"/>
                </a:ext>
              </a:extLst>
            </p:cNvPr>
            <p:cNvSpPr/>
            <p:nvPr/>
          </p:nvSpPr>
          <p:spPr>
            <a:xfrm>
              <a:off x="27017981" y="10559056"/>
              <a:ext cx="2700000" cy="1350000"/>
            </a:xfrm>
            <a:prstGeom prst="rect">
              <a:avLst/>
            </a:prstGeom>
            <a:solidFill>
              <a:srgbClr val="0070C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  <p:sp>
          <p:nvSpPr>
            <p:cNvPr id="523" name="Rectangle 522">
              <a:extLst>
                <a:ext uri="{FF2B5EF4-FFF2-40B4-BE49-F238E27FC236}">
                  <a16:creationId xmlns:a16="http://schemas.microsoft.com/office/drawing/2014/main" id="{BEDB15C4-D7F1-7B4B-A259-A30BF86CC332}"/>
                </a:ext>
              </a:extLst>
            </p:cNvPr>
            <p:cNvSpPr/>
            <p:nvPr/>
          </p:nvSpPr>
          <p:spPr>
            <a:xfrm>
              <a:off x="29717981" y="10559056"/>
              <a:ext cx="2700000" cy="1350000"/>
            </a:xfrm>
            <a:prstGeom prst="rect">
              <a:avLst/>
            </a:prstGeom>
            <a:solidFill>
              <a:srgbClr val="FF9300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  <p:sp>
          <p:nvSpPr>
            <p:cNvPr id="524" name="Rectangle 523">
              <a:extLst>
                <a:ext uri="{FF2B5EF4-FFF2-40B4-BE49-F238E27FC236}">
                  <a16:creationId xmlns:a16="http://schemas.microsoft.com/office/drawing/2014/main" id="{317C20B7-FE56-CE4D-8EA2-2C65692F1D51}"/>
                </a:ext>
              </a:extLst>
            </p:cNvPr>
            <p:cNvSpPr/>
            <p:nvPr/>
          </p:nvSpPr>
          <p:spPr>
            <a:xfrm>
              <a:off x="32417981" y="10559056"/>
              <a:ext cx="2700000" cy="1350000"/>
            </a:xfrm>
            <a:prstGeom prst="rect">
              <a:avLst/>
            </a:prstGeom>
            <a:solidFill>
              <a:schemeClr val="tx1">
                <a:alpha val="60000"/>
              </a:scheme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 dirty="0"/>
            </a:p>
          </p:txBody>
        </p:sp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7F0C413E-F689-7640-BD80-307205FD223F}"/>
              </a:ext>
            </a:extLst>
          </p:cNvPr>
          <p:cNvGrpSpPr/>
          <p:nvPr/>
        </p:nvGrpSpPr>
        <p:grpSpPr>
          <a:xfrm>
            <a:off x="32444259" y="9957070"/>
            <a:ext cx="6957135" cy="869642"/>
            <a:chOff x="24317981" y="12768684"/>
            <a:chExt cx="10800000" cy="1350000"/>
          </a:xfrm>
        </p:grpSpPr>
        <p:sp>
          <p:nvSpPr>
            <p:cNvPr id="526" name="Rectangle 525">
              <a:extLst>
                <a:ext uri="{FF2B5EF4-FFF2-40B4-BE49-F238E27FC236}">
                  <a16:creationId xmlns:a16="http://schemas.microsoft.com/office/drawing/2014/main" id="{26C48441-B2DE-9447-B877-F579F39D3E07}"/>
                </a:ext>
              </a:extLst>
            </p:cNvPr>
            <p:cNvSpPr/>
            <p:nvPr/>
          </p:nvSpPr>
          <p:spPr>
            <a:xfrm>
              <a:off x="24317981" y="12768684"/>
              <a:ext cx="2700000" cy="1350000"/>
            </a:xfrm>
            <a:prstGeom prst="rect">
              <a:avLst/>
            </a:prstGeom>
            <a:solidFill>
              <a:srgbClr val="AB7942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34E677AB-02BD-3A47-B890-A150FAD6568B}"/>
                </a:ext>
              </a:extLst>
            </p:cNvPr>
            <p:cNvSpPr/>
            <p:nvPr/>
          </p:nvSpPr>
          <p:spPr>
            <a:xfrm>
              <a:off x="27017981" y="12768684"/>
              <a:ext cx="2700000" cy="1350000"/>
            </a:xfrm>
            <a:prstGeom prst="rect">
              <a:avLst/>
            </a:prstGeom>
            <a:solidFill>
              <a:srgbClr val="FF40FF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  <p:sp>
          <p:nvSpPr>
            <p:cNvPr id="528" name="Rectangle 527">
              <a:extLst>
                <a:ext uri="{FF2B5EF4-FFF2-40B4-BE49-F238E27FC236}">
                  <a16:creationId xmlns:a16="http://schemas.microsoft.com/office/drawing/2014/main" id="{753321F3-D446-594D-A33B-4273C5278F59}"/>
                </a:ext>
              </a:extLst>
            </p:cNvPr>
            <p:cNvSpPr/>
            <p:nvPr/>
          </p:nvSpPr>
          <p:spPr>
            <a:xfrm>
              <a:off x="29717981" y="12768684"/>
              <a:ext cx="2700000" cy="1350000"/>
            </a:xfrm>
            <a:prstGeom prst="rect">
              <a:avLst/>
            </a:prstGeom>
            <a:solidFill>
              <a:srgbClr val="00FDFF">
                <a:alpha val="75000"/>
              </a:srgb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800" b="1"/>
            </a:p>
          </p:txBody>
        </p:sp>
        <p:sp>
          <p:nvSpPr>
            <p:cNvPr id="529" name="Rectangle 528">
              <a:extLst>
                <a:ext uri="{FF2B5EF4-FFF2-40B4-BE49-F238E27FC236}">
                  <a16:creationId xmlns:a16="http://schemas.microsoft.com/office/drawing/2014/main" id="{D3F6CB54-1E50-A54F-82D7-B7E16CFCB937}"/>
                </a:ext>
              </a:extLst>
            </p:cNvPr>
            <p:cNvSpPr/>
            <p:nvPr/>
          </p:nvSpPr>
          <p:spPr>
            <a:xfrm>
              <a:off x="32417981" y="12768684"/>
              <a:ext cx="2700000" cy="1350000"/>
            </a:xfrm>
            <a:prstGeom prst="rect">
              <a:avLst/>
            </a:prstGeom>
            <a:solidFill>
              <a:schemeClr val="accent2">
                <a:lumMod val="50000"/>
                <a:alpha val="75000"/>
              </a:schemeClr>
            </a:solidFill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sz="4800" b="1"/>
            </a:p>
          </p:txBody>
        </p:sp>
      </p:grpSp>
      <p:cxnSp>
        <p:nvCxnSpPr>
          <p:cNvPr id="692" name="Straight Arrow Connector 691">
            <a:extLst>
              <a:ext uri="{FF2B5EF4-FFF2-40B4-BE49-F238E27FC236}">
                <a16:creationId xmlns:a16="http://schemas.microsoft.com/office/drawing/2014/main" id="{8FDD5BBA-C85E-F045-8381-525902584CD7}"/>
              </a:ext>
            </a:extLst>
          </p:cNvPr>
          <p:cNvCxnSpPr>
            <a:cxnSpLocks/>
          </p:cNvCxnSpPr>
          <p:nvPr/>
        </p:nvCxnSpPr>
        <p:spPr>
          <a:xfrm>
            <a:off x="3343813" y="18012274"/>
            <a:ext cx="0" cy="4105252"/>
          </a:xfrm>
          <a:prstGeom prst="straightConnector1">
            <a:avLst/>
          </a:prstGeom>
          <a:ln w="635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3" name="Rectangle 692">
            <a:extLst>
              <a:ext uri="{FF2B5EF4-FFF2-40B4-BE49-F238E27FC236}">
                <a16:creationId xmlns:a16="http://schemas.microsoft.com/office/drawing/2014/main" id="{CD8D8088-30AD-2E44-8BB3-B626B30CEC05}"/>
              </a:ext>
            </a:extLst>
          </p:cNvPr>
          <p:cNvSpPr/>
          <p:nvPr/>
        </p:nvSpPr>
        <p:spPr>
          <a:xfrm>
            <a:off x="3385073" y="19168422"/>
            <a:ext cx="900000" cy="2318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Batch</a:t>
            </a:r>
          </a:p>
        </p:txBody>
      </p:sp>
      <p:sp>
        <p:nvSpPr>
          <p:cNvPr id="697" name="Rectangle 696">
            <a:extLst>
              <a:ext uri="{FF2B5EF4-FFF2-40B4-BE49-F238E27FC236}">
                <a16:creationId xmlns:a16="http://schemas.microsoft.com/office/drawing/2014/main" id="{F2AB1179-4245-C14D-851C-A67A4C7C37CD}"/>
              </a:ext>
            </a:extLst>
          </p:cNvPr>
          <p:cNvSpPr/>
          <p:nvPr/>
        </p:nvSpPr>
        <p:spPr>
          <a:xfrm>
            <a:off x="7745240" y="11208814"/>
            <a:ext cx="2160000" cy="900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ea typeface="Cambria Math" panose="02040503050406030204" pitchFamily="18" charset="0"/>
              </a:rPr>
              <a:t>Unfold</a:t>
            </a:r>
            <a:endParaRPr lang="en-BE" sz="4800" b="1" dirty="0">
              <a:solidFill>
                <a:schemeClr val="tx1"/>
              </a:solidFill>
              <a:ea typeface="Cambria Math" panose="02040503050406030204" pitchFamily="18" charset="0"/>
            </a:endParaRPr>
          </a:p>
        </p:txBody>
      </p:sp>
      <p:cxnSp>
        <p:nvCxnSpPr>
          <p:cNvPr id="701" name="Straight Arrow Connector 700">
            <a:extLst>
              <a:ext uri="{FF2B5EF4-FFF2-40B4-BE49-F238E27FC236}">
                <a16:creationId xmlns:a16="http://schemas.microsoft.com/office/drawing/2014/main" id="{257A8111-D046-A840-92D2-0F687FCC349D}"/>
              </a:ext>
            </a:extLst>
          </p:cNvPr>
          <p:cNvCxnSpPr>
            <a:cxnSpLocks/>
          </p:cNvCxnSpPr>
          <p:nvPr/>
        </p:nvCxnSpPr>
        <p:spPr>
          <a:xfrm>
            <a:off x="7961240" y="12232184"/>
            <a:ext cx="1728000" cy="0"/>
          </a:xfrm>
          <a:prstGeom prst="straightConnector1">
            <a:avLst/>
          </a:prstGeom>
          <a:ln w="12700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5740841-8DE5-B049-B329-80F99C67CE4C}"/>
              </a:ext>
            </a:extLst>
          </p:cNvPr>
          <p:cNvGrpSpPr>
            <a:grpSpLocks noChangeAspect="1"/>
          </p:cNvGrpSpPr>
          <p:nvPr/>
        </p:nvGrpSpPr>
        <p:grpSpPr>
          <a:xfrm>
            <a:off x="3343813" y="10096025"/>
            <a:ext cx="3761104" cy="3744231"/>
            <a:chOff x="3479800" y="3632993"/>
            <a:chExt cx="5838600" cy="581240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483E75C-B5E0-6348-A608-C35BB0B2A42B}"/>
                </a:ext>
              </a:extLst>
            </p:cNvPr>
            <p:cNvGrpSpPr/>
            <p:nvPr/>
          </p:nvGrpSpPr>
          <p:grpSpPr>
            <a:xfrm>
              <a:off x="3479800" y="7645400"/>
              <a:ext cx="5838600" cy="1800000"/>
              <a:chOff x="3530600" y="4368800"/>
              <a:chExt cx="5838600" cy="1800000"/>
            </a:xfrm>
          </p:grpSpPr>
          <p:sp>
            <p:nvSpPr>
              <p:cNvPr id="6" name="Cube 5">
                <a:extLst>
                  <a:ext uri="{FF2B5EF4-FFF2-40B4-BE49-F238E27FC236}">
                    <a16:creationId xmlns:a16="http://schemas.microsoft.com/office/drawing/2014/main" id="{E8795BAB-D47A-5E46-9F27-A050215994FB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569200" y="4368800"/>
                <a:ext cx="1800000" cy="1800000"/>
              </a:xfrm>
              <a:prstGeom prst="cube">
                <a:avLst/>
              </a:prstGeom>
              <a:solidFill>
                <a:srgbClr val="A46E4F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9D26F56C-00E7-0E46-9C43-A2D36969B63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6223000" y="4368800"/>
                <a:ext cx="1800000" cy="1800000"/>
              </a:xfrm>
              <a:prstGeom prst="cube">
                <a:avLst/>
              </a:prstGeom>
              <a:solidFill>
                <a:srgbClr val="6FFEFF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ED594A6E-E39C-CA43-A0F4-3030169F32D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76800" y="4368800"/>
                <a:ext cx="1800000" cy="1800000"/>
              </a:xfrm>
              <a:prstGeom prst="cube">
                <a:avLst/>
              </a:prstGeom>
              <a:solidFill>
                <a:srgbClr val="676767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2563BB9E-77A9-6F4B-8D7E-929E2F61F9E2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3530600" y="4368800"/>
                <a:ext cx="1800000" cy="1800000"/>
              </a:xfrm>
              <a:prstGeom prst="cube">
                <a:avLst/>
              </a:prstGeom>
              <a:solidFill>
                <a:srgbClr val="FFAF5A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B3533AA2-ADAA-C543-8D3D-CF2B7BC8CAA4}"/>
                </a:ext>
              </a:extLst>
            </p:cNvPr>
            <p:cNvGrpSpPr/>
            <p:nvPr/>
          </p:nvGrpSpPr>
          <p:grpSpPr>
            <a:xfrm>
              <a:off x="3479800" y="6307931"/>
              <a:ext cx="5838600" cy="1800000"/>
              <a:chOff x="3530600" y="4368800"/>
              <a:chExt cx="5838600" cy="1800000"/>
            </a:xfrm>
          </p:grpSpPr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5C82058E-D652-444D-9C05-DF6420FBF82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569200" y="4368800"/>
                <a:ext cx="1800000" cy="1800000"/>
              </a:xfrm>
              <a:prstGeom prst="cube">
                <a:avLst/>
              </a:prstGeom>
              <a:solidFill>
                <a:srgbClr val="FF75FF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59EE8A13-8502-6442-8ECD-4FE42A36CE57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6223000" y="4368800"/>
                <a:ext cx="1800000" cy="1800000"/>
              </a:xfrm>
              <a:prstGeom prst="cube">
                <a:avLst/>
              </a:prstGeom>
              <a:solidFill>
                <a:srgbClr val="C19C72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8533AC65-CE79-A549-AFBA-C0094FB3C084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76800" y="4368800"/>
                <a:ext cx="1800000" cy="1800000"/>
              </a:xfrm>
              <a:prstGeom prst="cube">
                <a:avLst/>
              </a:prstGeom>
              <a:solidFill>
                <a:srgbClr val="5396D2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357ACEFC-0BD4-EB49-B04C-28FEF45CB2D5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3530600" y="4368800"/>
                <a:ext cx="1800000" cy="1800000"/>
              </a:xfrm>
              <a:prstGeom prst="cube">
                <a:avLst/>
              </a:prstGeom>
              <a:solidFill>
                <a:srgbClr val="62C47E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EBC092B0-31DE-304C-8169-B7E1778C40AB}"/>
                </a:ext>
              </a:extLst>
            </p:cNvPr>
            <p:cNvGrpSpPr/>
            <p:nvPr/>
          </p:nvGrpSpPr>
          <p:grpSpPr>
            <a:xfrm>
              <a:off x="3479800" y="4970462"/>
              <a:ext cx="5838600" cy="1800000"/>
              <a:chOff x="3530600" y="4368800"/>
              <a:chExt cx="5838600" cy="1800000"/>
            </a:xfrm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3B50E92C-1664-9A4C-B1CD-B9ECBE42D9C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569200" y="4368800"/>
                <a:ext cx="1800000" cy="1800000"/>
              </a:xfrm>
              <a:prstGeom prst="cube">
                <a:avLst/>
              </a:prstGeom>
              <a:solidFill>
                <a:srgbClr val="FFFF67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3AF015B3-88C4-9B43-8784-05D8E014D3A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6223000" y="4368800"/>
                <a:ext cx="1800000" cy="1800000"/>
              </a:xfrm>
              <a:prstGeom prst="cube">
                <a:avLst/>
              </a:prstGeom>
              <a:solidFill>
                <a:srgbClr val="FF5A53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DC9E50B4-DB86-214C-B6E9-D8E6194A2EC0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76800" y="4368800"/>
                <a:ext cx="1800000" cy="1800000"/>
              </a:xfrm>
              <a:prstGeom prst="cube">
                <a:avLst/>
              </a:prstGeom>
              <a:solidFill>
                <a:srgbClr val="9565BA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3E18C113-AD31-A940-B17B-91024F93840A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3530600" y="4368800"/>
                <a:ext cx="1800000" cy="1800000"/>
              </a:xfrm>
              <a:prstGeom prst="cube">
                <a:avLst/>
              </a:prstGeom>
              <a:solidFill>
                <a:srgbClr val="415889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A247AFC3-055E-614F-8970-16860C807E05}"/>
                </a:ext>
              </a:extLst>
            </p:cNvPr>
            <p:cNvGrpSpPr/>
            <p:nvPr/>
          </p:nvGrpSpPr>
          <p:grpSpPr>
            <a:xfrm>
              <a:off x="3479800" y="3632993"/>
              <a:ext cx="5838600" cy="1800000"/>
              <a:chOff x="3530600" y="4368800"/>
              <a:chExt cx="5838600" cy="1800000"/>
            </a:xfrm>
          </p:grpSpPr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4A68F903-F1FE-5749-98ED-446E8DC44D7C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7569200" y="4368800"/>
                <a:ext cx="1800000" cy="1800000"/>
              </a:xfrm>
              <a:prstGeom prst="cube">
                <a:avLst/>
              </a:prstGeom>
              <a:solidFill>
                <a:srgbClr val="61C4F5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CA5CBB6D-29E8-BC41-9C8A-F4EFC3BF61D3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6223000" y="4368800"/>
                <a:ext cx="1800000" cy="1800000"/>
              </a:xfrm>
              <a:prstGeom prst="cube">
                <a:avLst/>
              </a:prstGeom>
              <a:solidFill>
                <a:srgbClr val="AFDE81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1A8F9352-B67C-B644-BF8B-6D15DACB0C8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76800" y="4368800"/>
                <a:ext cx="1800000" cy="1800000"/>
              </a:xfrm>
              <a:prstGeom prst="cube">
                <a:avLst/>
              </a:prstGeom>
              <a:solidFill>
                <a:srgbClr val="FFD05E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BC456FD8-F7A9-C940-861B-FAA5200F71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3530600" y="4368800"/>
                <a:ext cx="1800000" cy="1800000"/>
              </a:xfrm>
              <a:prstGeom prst="cube">
                <a:avLst/>
              </a:prstGeom>
              <a:solidFill>
                <a:srgbClr val="D3544E"/>
              </a:solidFill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800" b="1" dirty="0"/>
              </a:p>
            </p:txBody>
          </p:sp>
        </p:grpSp>
      </p:grpSp>
      <p:sp>
        <p:nvSpPr>
          <p:cNvPr id="694" name="Rectangle 693">
            <a:extLst>
              <a:ext uri="{FF2B5EF4-FFF2-40B4-BE49-F238E27FC236}">
                <a16:creationId xmlns:a16="http://schemas.microsoft.com/office/drawing/2014/main" id="{F61E334E-289A-5D4B-84F1-ADA4679D9C8B}"/>
              </a:ext>
            </a:extLst>
          </p:cNvPr>
          <p:cNvSpPr/>
          <p:nvPr/>
        </p:nvSpPr>
        <p:spPr>
          <a:xfrm>
            <a:off x="4336826" y="14066746"/>
            <a:ext cx="2067405" cy="1008000"/>
          </a:xfrm>
          <a:prstGeom prst="rect">
            <a:avLst/>
          </a:prstGeom>
          <a:noFill/>
          <a:ln w="25400"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  <a:ea typeface="Cambria Math" panose="02040503050406030204" pitchFamily="18" charset="0"/>
              </a:rPr>
              <a:t>Input</a:t>
            </a:r>
            <a:endParaRPr lang="en-BE" sz="4800" b="1" i="1" dirty="0">
              <a:solidFill>
                <a:schemeClr val="tx1"/>
              </a:solidFill>
              <a:ea typeface="Cambria Math" panose="02040503050406030204" pitchFamily="18" charset="0"/>
            </a:endParaRPr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0DE7190C-33F7-2946-AD15-7AF32ECC1BFE}"/>
              </a:ext>
            </a:extLst>
          </p:cNvPr>
          <p:cNvCxnSpPr>
            <a:cxnSpLocks/>
          </p:cNvCxnSpPr>
          <p:nvPr/>
        </p:nvCxnSpPr>
        <p:spPr>
          <a:xfrm>
            <a:off x="11651734" y="9679010"/>
            <a:ext cx="6878255" cy="0"/>
          </a:xfrm>
          <a:prstGeom prst="straightConnector1">
            <a:avLst/>
          </a:prstGeom>
          <a:ln w="635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C12042A-6EB9-B74F-B854-0DFA76F14AA6}"/>
              </a:ext>
            </a:extLst>
          </p:cNvPr>
          <p:cNvSpPr/>
          <p:nvPr/>
        </p:nvSpPr>
        <p:spPr>
          <a:xfrm>
            <a:off x="10370334" y="9357966"/>
            <a:ext cx="900000" cy="2318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Channel</a:t>
            </a:r>
          </a:p>
        </p:txBody>
      </p: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01E344B3-17A1-964B-A620-90BF1D485EDC}"/>
              </a:ext>
            </a:extLst>
          </p:cNvPr>
          <p:cNvCxnSpPr>
            <a:cxnSpLocks/>
          </p:cNvCxnSpPr>
          <p:nvPr/>
        </p:nvCxnSpPr>
        <p:spPr>
          <a:xfrm>
            <a:off x="11308584" y="9957070"/>
            <a:ext cx="0" cy="833923"/>
          </a:xfrm>
          <a:prstGeom prst="straightConnector1">
            <a:avLst/>
          </a:prstGeom>
          <a:ln w="635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1A8A0C4-C1B2-FD47-8DB4-2668FE370CE8}"/>
              </a:ext>
            </a:extLst>
          </p:cNvPr>
          <p:cNvSpPr/>
          <p:nvPr/>
        </p:nvSpPr>
        <p:spPr>
          <a:xfrm>
            <a:off x="13949126" y="8779010"/>
            <a:ext cx="2362351" cy="90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Pixel</a:t>
            </a:r>
          </a:p>
        </p:txBody>
      </p:sp>
    </p:spTree>
    <p:extLst>
      <p:ext uri="{BB962C8B-B14F-4D97-AF65-F5344CB8AC3E}">
        <p14:creationId xmlns:p14="http://schemas.microsoft.com/office/powerpoint/2010/main" val="2698818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ocess 4">
            <a:extLst>
              <a:ext uri="{FF2B5EF4-FFF2-40B4-BE49-F238E27FC236}">
                <a16:creationId xmlns:a16="http://schemas.microsoft.com/office/drawing/2014/main" id="{E02B95C8-0A18-894B-886F-185EF140BA7E}"/>
              </a:ext>
            </a:extLst>
          </p:cNvPr>
          <p:cNvSpPr/>
          <p:nvPr/>
        </p:nvSpPr>
        <p:spPr>
          <a:xfrm rot="5400000">
            <a:off x="21971699" y="8397255"/>
            <a:ext cx="2160000" cy="540000"/>
          </a:xfrm>
          <a:prstGeom prst="flowChartProcess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 w="254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400" b="1" dirty="0">
                <a:solidFill>
                  <a:schemeClr val="accent1">
                    <a:lumMod val="50000"/>
                  </a:schemeClr>
                </a:solidFill>
              </a:rPr>
              <a:t>MLP</a:t>
            </a:r>
          </a:p>
        </p:txBody>
      </p:sp>
      <p:sp>
        <p:nvSpPr>
          <p:cNvPr id="7" name="Process 6">
            <a:extLst>
              <a:ext uri="{FF2B5EF4-FFF2-40B4-BE49-F238E27FC236}">
                <a16:creationId xmlns:a16="http://schemas.microsoft.com/office/drawing/2014/main" id="{59719B6D-C94E-6842-B703-24305F38C55C}"/>
              </a:ext>
            </a:extLst>
          </p:cNvPr>
          <p:cNvSpPr/>
          <p:nvPr/>
        </p:nvSpPr>
        <p:spPr>
          <a:xfrm rot="5400000">
            <a:off x="19450751" y="8395195"/>
            <a:ext cx="2160000" cy="540000"/>
          </a:xfrm>
          <a:prstGeom prst="flowChartProcess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400" b="1" dirty="0">
                <a:solidFill>
                  <a:schemeClr val="accent6">
                    <a:lumMod val="50000"/>
                  </a:schemeClr>
                </a:solidFill>
              </a:rPr>
              <a:t>MHSA</a:t>
            </a:r>
          </a:p>
        </p:txBody>
      </p:sp>
      <p:sp>
        <p:nvSpPr>
          <p:cNvPr id="9" name="Process 8">
            <a:extLst>
              <a:ext uri="{FF2B5EF4-FFF2-40B4-BE49-F238E27FC236}">
                <a16:creationId xmlns:a16="http://schemas.microsoft.com/office/drawing/2014/main" id="{21D4A3C6-F748-8E4B-8ADB-4281AF810666}"/>
              </a:ext>
            </a:extLst>
          </p:cNvPr>
          <p:cNvSpPr/>
          <p:nvPr/>
        </p:nvSpPr>
        <p:spPr>
          <a:xfrm rot="5400000">
            <a:off x="21068851" y="8397260"/>
            <a:ext cx="2160000" cy="54000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684E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400" b="1" dirty="0">
                <a:solidFill>
                  <a:srgbClr val="644B05"/>
                </a:solidFill>
              </a:rPr>
              <a:t>Norm</a:t>
            </a:r>
          </a:p>
        </p:txBody>
      </p:sp>
      <p:sp>
        <p:nvSpPr>
          <p:cNvPr id="10" name="Or 9">
            <a:extLst>
              <a:ext uri="{FF2B5EF4-FFF2-40B4-BE49-F238E27FC236}">
                <a16:creationId xmlns:a16="http://schemas.microsoft.com/office/drawing/2014/main" id="{788EACFC-D226-504C-9C95-1B6AA61C0FC3}"/>
              </a:ext>
            </a:extLst>
          </p:cNvPr>
          <p:cNvSpPr>
            <a:spLocks noChangeAspect="1"/>
          </p:cNvSpPr>
          <p:nvPr/>
        </p:nvSpPr>
        <p:spPr>
          <a:xfrm rot="5400000">
            <a:off x="21075874" y="8485188"/>
            <a:ext cx="360000" cy="360000"/>
          </a:xfrm>
          <a:prstGeom prst="flowChar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30DCCB-A514-FF4C-9788-452E6D63D9DB}"/>
              </a:ext>
            </a:extLst>
          </p:cNvPr>
          <p:cNvCxnSpPr>
            <a:cxnSpLocks/>
            <a:stCxn id="9" idx="0"/>
            <a:endCxn id="5" idx="2"/>
          </p:cNvCxnSpPr>
          <p:nvPr/>
        </p:nvCxnSpPr>
        <p:spPr>
          <a:xfrm flipV="1">
            <a:off x="22418851" y="8667260"/>
            <a:ext cx="362848" cy="5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3D6774-0FA3-7840-BACA-C3C81F9B8269}"/>
              </a:ext>
            </a:extLst>
          </p:cNvPr>
          <p:cNvCxnSpPr>
            <a:cxnSpLocks/>
            <a:stCxn id="10" idx="0"/>
            <a:endCxn id="9" idx="2"/>
          </p:cNvCxnSpPr>
          <p:nvPr/>
        </p:nvCxnSpPr>
        <p:spPr>
          <a:xfrm>
            <a:off x="21435879" y="8665188"/>
            <a:ext cx="442977" cy="2072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rocess 18">
            <a:extLst>
              <a:ext uri="{FF2B5EF4-FFF2-40B4-BE49-F238E27FC236}">
                <a16:creationId xmlns:a16="http://schemas.microsoft.com/office/drawing/2014/main" id="{83EFBA2C-E036-D54D-AD0B-BEE5FD7CB510}"/>
              </a:ext>
            </a:extLst>
          </p:cNvPr>
          <p:cNvSpPr/>
          <p:nvPr/>
        </p:nvSpPr>
        <p:spPr>
          <a:xfrm rot="5400000">
            <a:off x="18550524" y="8395195"/>
            <a:ext cx="2160000" cy="54000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684E0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400" b="1" dirty="0">
                <a:solidFill>
                  <a:srgbClr val="644B05"/>
                </a:solidFill>
              </a:rPr>
              <a:t>Norm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5858258-677C-E441-8301-354480377483}"/>
              </a:ext>
            </a:extLst>
          </p:cNvPr>
          <p:cNvCxnSpPr>
            <a:cxnSpLocks/>
            <a:stCxn id="19" idx="0"/>
            <a:endCxn id="7" idx="2"/>
          </p:cNvCxnSpPr>
          <p:nvPr/>
        </p:nvCxnSpPr>
        <p:spPr>
          <a:xfrm>
            <a:off x="19900529" y="8665195"/>
            <a:ext cx="360227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87B7CCD-B1DA-C548-B158-E46C3845C8A0}"/>
              </a:ext>
            </a:extLst>
          </p:cNvPr>
          <p:cNvCxnSpPr>
            <a:cxnSpLocks/>
            <a:stCxn id="7" idx="0"/>
            <a:endCxn id="10" idx="4"/>
          </p:cNvCxnSpPr>
          <p:nvPr/>
        </p:nvCxnSpPr>
        <p:spPr>
          <a:xfrm flipV="1">
            <a:off x="20800756" y="8665193"/>
            <a:ext cx="275123" cy="7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969F4A8-2CF4-944E-AB5B-1A5350BA3671}"/>
              </a:ext>
            </a:extLst>
          </p:cNvPr>
          <p:cNvCxnSpPr>
            <a:cxnSpLocks/>
            <a:endCxn id="19" idx="2"/>
          </p:cNvCxnSpPr>
          <p:nvPr/>
        </p:nvCxnSpPr>
        <p:spPr>
          <a:xfrm>
            <a:off x="18850618" y="8665195"/>
            <a:ext cx="509906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AA04E75-666B-ED45-AED9-DF2FD8F78E92}"/>
              </a:ext>
            </a:extLst>
          </p:cNvPr>
          <p:cNvCxnSpPr>
            <a:cxnSpLocks/>
            <a:stCxn id="5" idx="0"/>
            <a:endCxn id="37" idx="4"/>
          </p:cNvCxnSpPr>
          <p:nvPr/>
        </p:nvCxnSpPr>
        <p:spPr>
          <a:xfrm flipV="1">
            <a:off x="23321704" y="8665193"/>
            <a:ext cx="274535" cy="2067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59379F2-D926-DC43-83A0-ACDE0CB82C5C}"/>
              </a:ext>
            </a:extLst>
          </p:cNvPr>
          <p:cNvCxnSpPr>
            <a:cxnSpLocks/>
            <a:endCxn id="37" idx="2"/>
          </p:cNvCxnSpPr>
          <p:nvPr/>
        </p:nvCxnSpPr>
        <p:spPr>
          <a:xfrm flipV="1">
            <a:off x="21188630" y="8485188"/>
            <a:ext cx="2587604" cy="180000"/>
          </a:xfrm>
          <a:prstGeom prst="bentConnector4">
            <a:avLst>
              <a:gd name="adj1" fmla="val 16150"/>
              <a:gd name="adj2" fmla="val 802775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r 36">
            <a:extLst>
              <a:ext uri="{FF2B5EF4-FFF2-40B4-BE49-F238E27FC236}">
                <a16:creationId xmlns:a16="http://schemas.microsoft.com/office/drawing/2014/main" id="{728CB53F-E4CD-FF4C-AC01-375D6C4EAEE4}"/>
              </a:ext>
            </a:extLst>
          </p:cNvPr>
          <p:cNvSpPr>
            <a:spLocks noChangeAspect="1"/>
          </p:cNvSpPr>
          <p:nvPr/>
        </p:nvSpPr>
        <p:spPr>
          <a:xfrm rot="5400000">
            <a:off x="23596234" y="8485188"/>
            <a:ext cx="360000" cy="360000"/>
          </a:xfrm>
          <a:prstGeom prst="flowChartOr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6289BA85-5740-DE4D-92F0-C2CB6195AD61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18850618" y="8485188"/>
            <a:ext cx="2405256" cy="180000"/>
          </a:xfrm>
          <a:prstGeom prst="bentConnector4">
            <a:avLst>
              <a:gd name="adj1" fmla="val 9575"/>
              <a:gd name="adj2" fmla="val 797386"/>
            </a:avLst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6D54F6D-D0D5-1A4D-AC94-D9ECAC7BFE28}"/>
              </a:ext>
            </a:extLst>
          </p:cNvPr>
          <p:cNvCxnSpPr>
            <a:cxnSpLocks/>
            <a:stCxn id="37" idx="0"/>
          </p:cNvCxnSpPr>
          <p:nvPr/>
        </p:nvCxnSpPr>
        <p:spPr>
          <a:xfrm>
            <a:off x="23956234" y="8665188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0A91E291-F3FC-7F41-A2B7-DEC0CA4CD03A}"/>
              </a:ext>
            </a:extLst>
          </p:cNvPr>
          <p:cNvSpPr>
            <a:spLocks noChangeAspect="1"/>
          </p:cNvSpPr>
          <p:nvPr/>
        </p:nvSpPr>
        <p:spPr>
          <a:xfrm>
            <a:off x="17480527" y="7585195"/>
            <a:ext cx="1188325" cy="216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000" b="1" dirty="0">
                <a:solidFill>
                  <a:schemeClr val="accent1">
                    <a:lumMod val="50000"/>
                  </a:schemeClr>
                </a:solidFill>
              </a:rPr>
              <a:t>Input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7E45097-5FF9-F445-9BA7-E6D8B4D14379}"/>
              </a:ext>
            </a:extLst>
          </p:cNvPr>
          <p:cNvSpPr>
            <a:spLocks noChangeAspect="1"/>
          </p:cNvSpPr>
          <p:nvPr/>
        </p:nvSpPr>
        <p:spPr>
          <a:xfrm>
            <a:off x="24988901" y="7585195"/>
            <a:ext cx="1188325" cy="2160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rgbClr val="7133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BE" sz="2000" b="1" dirty="0">
                <a:solidFill>
                  <a:srgbClr val="652D0B"/>
                </a:solidFill>
              </a:rPr>
              <a:t>Output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A9F382A-D883-1D46-AF52-286709D49E5A}"/>
              </a:ext>
            </a:extLst>
          </p:cNvPr>
          <p:cNvCxnSpPr>
            <a:cxnSpLocks/>
          </p:cNvCxnSpPr>
          <p:nvPr/>
        </p:nvCxnSpPr>
        <p:spPr>
          <a:xfrm>
            <a:off x="17480527" y="7414098"/>
            <a:ext cx="1188325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356D73E3-7D5C-AD41-AD61-15497CA8E01F}"/>
              </a:ext>
            </a:extLst>
          </p:cNvPr>
          <p:cNvCxnSpPr>
            <a:cxnSpLocks/>
          </p:cNvCxnSpPr>
          <p:nvPr/>
        </p:nvCxnSpPr>
        <p:spPr>
          <a:xfrm>
            <a:off x="17292682" y="7585195"/>
            <a:ext cx="0" cy="216000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0D45D8BB-173D-5243-AF1E-93AC9E2D2E78}"/>
              </a:ext>
            </a:extLst>
          </p:cNvPr>
          <p:cNvSpPr txBox="1"/>
          <p:nvPr/>
        </p:nvSpPr>
        <p:spPr>
          <a:xfrm>
            <a:off x="17368358" y="7013988"/>
            <a:ext cx="1412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2000" b="1" dirty="0"/>
              <a:t>Channel</a:t>
            </a:r>
            <a:endParaRPr lang="en-BE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225B262-F8F3-C34A-BA05-D0345AA5721C}"/>
              </a:ext>
            </a:extLst>
          </p:cNvPr>
          <p:cNvSpPr txBox="1"/>
          <p:nvPr/>
        </p:nvSpPr>
        <p:spPr>
          <a:xfrm>
            <a:off x="16800774" y="8032871"/>
            <a:ext cx="492443" cy="126464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BE" sz="2000" b="1" dirty="0"/>
              <a:t>Position</a:t>
            </a:r>
            <a:endParaRPr lang="en-BE" b="1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673A0F5-9F8D-2B42-91E2-BAB745D5D331}"/>
              </a:ext>
            </a:extLst>
          </p:cNvPr>
          <p:cNvGrpSpPr/>
          <p:nvPr/>
        </p:nvGrpSpPr>
        <p:grpSpPr>
          <a:xfrm>
            <a:off x="13536960" y="7792787"/>
            <a:ext cx="1744800" cy="1744800"/>
            <a:chOff x="3444499" y="7670808"/>
            <a:chExt cx="1744800" cy="174480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F531A9-224C-D94B-982B-A3B5D72D50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4499" y="7670808"/>
              <a:ext cx="1440000" cy="144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000" b="1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2970B39-7C15-5C43-98D9-7693FD2E885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96899" y="7823208"/>
              <a:ext cx="1440000" cy="144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000" b="1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8BB5CD2-BDEB-2744-8AD5-42D2251501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9299" y="7975608"/>
              <a:ext cx="1440000" cy="144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000" b="1" dirty="0">
                  <a:solidFill>
                    <a:schemeClr val="accent1">
                      <a:lumMod val="50000"/>
                    </a:schemeClr>
                  </a:solidFill>
                </a:rPr>
                <a:t>Input</a:t>
              </a:r>
              <a:endParaRPr lang="en-BE" sz="2000" b="1" dirty="0"/>
            </a:p>
          </p:txBody>
        </p:sp>
      </p:grp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D392CA2-E0DA-614D-9C3C-C2CB6718CA53}"/>
              </a:ext>
            </a:extLst>
          </p:cNvPr>
          <p:cNvCxnSpPr>
            <a:cxnSpLocks/>
            <a:endCxn id="142" idx="2"/>
          </p:cNvCxnSpPr>
          <p:nvPr/>
        </p:nvCxnSpPr>
        <p:spPr>
          <a:xfrm flipV="1">
            <a:off x="15443994" y="8665187"/>
            <a:ext cx="358145" cy="6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8D3B9FC-86AA-904C-85E7-5410ABE23068}"/>
              </a:ext>
            </a:extLst>
          </p:cNvPr>
          <p:cNvCxnSpPr>
            <a:cxnSpLocks/>
            <a:stCxn id="142" idx="0"/>
          </p:cNvCxnSpPr>
          <p:nvPr/>
        </p:nvCxnSpPr>
        <p:spPr>
          <a:xfrm>
            <a:off x="16342134" y="8665187"/>
            <a:ext cx="360950" cy="6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B60D1D4-3839-A347-A792-798FBCDE3009}"/>
              </a:ext>
            </a:extLst>
          </p:cNvPr>
          <p:cNvGrpSpPr/>
          <p:nvPr/>
        </p:nvGrpSpPr>
        <p:grpSpPr>
          <a:xfrm>
            <a:off x="27703751" y="7792792"/>
            <a:ext cx="1744800" cy="1744800"/>
            <a:chOff x="14742321" y="8909918"/>
            <a:chExt cx="1744800" cy="1744800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26D4142C-8D3B-814D-B379-5066DAC0202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742321" y="8909918"/>
              <a:ext cx="1440000" cy="144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000" b="1" dirty="0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E510CF6-3E2E-E146-95D1-50472F36C02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4721" y="9062318"/>
              <a:ext cx="1440000" cy="144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000" b="1" dirty="0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2C1A9B5-922A-974F-86AB-5BD7B61C9B0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047121" y="9214718"/>
              <a:ext cx="1440000" cy="144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000" b="1" dirty="0">
                  <a:solidFill>
                    <a:srgbClr val="652D0B"/>
                  </a:solidFill>
                </a:rPr>
                <a:t>Output</a:t>
              </a:r>
              <a:endParaRPr lang="en-BE" sz="2000" b="1" dirty="0"/>
            </a:p>
          </p:txBody>
        </p:sp>
      </p:grp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52884CE-63F1-7347-951D-3D311FB57147}"/>
              </a:ext>
            </a:extLst>
          </p:cNvPr>
          <p:cNvCxnSpPr>
            <a:cxnSpLocks/>
            <a:endCxn id="143" idx="2"/>
          </p:cNvCxnSpPr>
          <p:nvPr/>
        </p:nvCxnSpPr>
        <p:spPr>
          <a:xfrm flipV="1">
            <a:off x="26304982" y="8665187"/>
            <a:ext cx="371925" cy="6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E423431-31C9-2846-9857-C730FCCEA8E5}"/>
              </a:ext>
            </a:extLst>
          </p:cNvPr>
          <p:cNvCxnSpPr>
            <a:cxnSpLocks/>
            <a:stCxn id="143" idx="0"/>
          </p:cNvCxnSpPr>
          <p:nvPr/>
        </p:nvCxnSpPr>
        <p:spPr>
          <a:xfrm>
            <a:off x="27216902" y="8665187"/>
            <a:ext cx="346754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C0B3FC9-6C9A-144D-B049-C8E591A608DD}"/>
              </a:ext>
            </a:extLst>
          </p:cNvPr>
          <p:cNvCxnSpPr>
            <a:cxnSpLocks/>
          </p:cNvCxnSpPr>
          <p:nvPr/>
        </p:nvCxnSpPr>
        <p:spPr>
          <a:xfrm>
            <a:off x="24983714" y="7414105"/>
            <a:ext cx="1188325" cy="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278DD5FE-4F3B-294D-998D-F72172971E5D}"/>
              </a:ext>
            </a:extLst>
          </p:cNvPr>
          <p:cNvSpPr txBox="1"/>
          <p:nvPr/>
        </p:nvSpPr>
        <p:spPr>
          <a:xfrm>
            <a:off x="24871545" y="7013995"/>
            <a:ext cx="14126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BE" sz="2000" b="1" dirty="0"/>
              <a:t>Channel</a:t>
            </a:r>
            <a:endParaRPr lang="en-BE" b="1" dirty="0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C26DECC-936B-4A42-879C-073CA64BE1ED}"/>
              </a:ext>
            </a:extLst>
          </p:cNvPr>
          <p:cNvCxnSpPr>
            <a:cxnSpLocks/>
          </p:cNvCxnSpPr>
          <p:nvPr/>
        </p:nvCxnSpPr>
        <p:spPr>
          <a:xfrm>
            <a:off x="24832816" y="7585195"/>
            <a:ext cx="0" cy="2160000"/>
          </a:xfrm>
          <a:prstGeom prst="straightConnector1">
            <a:avLst/>
          </a:prstGeom>
          <a:ln w="25400">
            <a:solidFill>
              <a:schemeClr val="tx1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4C3B0188-1568-5942-A499-B9507E174E85}"/>
              </a:ext>
            </a:extLst>
          </p:cNvPr>
          <p:cNvSpPr txBox="1"/>
          <p:nvPr/>
        </p:nvSpPr>
        <p:spPr>
          <a:xfrm>
            <a:off x="24346053" y="8032871"/>
            <a:ext cx="492443" cy="126464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BE" sz="2000" b="1" dirty="0"/>
              <a:t>Position</a:t>
            </a:r>
            <a:endParaRPr lang="en-BE" b="1" dirty="0"/>
          </a:p>
        </p:txBody>
      </p:sp>
      <p:sp>
        <p:nvSpPr>
          <p:cNvPr id="142" name="Process 141">
            <a:extLst>
              <a:ext uri="{FF2B5EF4-FFF2-40B4-BE49-F238E27FC236}">
                <a16:creationId xmlns:a16="http://schemas.microsoft.com/office/drawing/2014/main" id="{A227FCE5-1751-2345-A5CF-4D91C9B19688}"/>
              </a:ext>
            </a:extLst>
          </p:cNvPr>
          <p:cNvSpPr/>
          <p:nvPr/>
        </p:nvSpPr>
        <p:spPr>
          <a:xfrm rot="5400000">
            <a:off x="14992134" y="8395187"/>
            <a:ext cx="2160000" cy="540000"/>
          </a:xfrm>
          <a:prstGeom prst="flowChartProcess">
            <a:avLst/>
          </a:prstGeom>
          <a:solidFill>
            <a:srgbClr val="941651">
              <a:alpha val="20000"/>
            </a:srgbClr>
          </a:solidFill>
          <a:ln w="25400">
            <a:solidFill>
              <a:srgbClr val="630F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400" b="1" dirty="0">
                <a:solidFill>
                  <a:srgbClr val="630F36"/>
                </a:solidFill>
              </a:rPr>
              <a:t>Fold</a:t>
            </a:r>
          </a:p>
        </p:txBody>
      </p:sp>
      <p:sp>
        <p:nvSpPr>
          <p:cNvPr id="143" name="Process 142">
            <a:extLst>
              <a:ext uri="{FF2B5EF4-FFF2-40B4-BE49-F238E27FC236}">
                <a16:creationId xmlns:a16="http://schemas.microsoft.com/office/drawing/2014/main" id="{51FDB0A4-58D9-F24A-B27E-9E45B5817AFD}"/>
              </a:ext>
            </a:extLst>
          </p:cNvPr>
          <p:cNvSpPr/>
          <p:nvPr/>
        </p:nvSpPr>
        <p:spPr>
          <a:xfrm rot="5400000">
            <a:off x="25866902" y="8395187"/>
            <a:ext cx="2160000" cy="54000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Unfold</a:t>
            </a:r>
          </a:p>
        </p:txBody>
      </p:sp>
    </p:spTree>
    <p:extLst>
      <p:ext uri="{BB962C8B-B14F-4D97-AF65-F5344CB8AC3E}">
        <p14:creationId xmlns:p14="http://schemas.microsoft.com/office/powerpoint/2010/main" val="12178103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roup 452">
            <a:extLst>
              <a:ext uri="{FF2B5EF4-FFF2-40B4-BE49-F238E27FC236}">
                <a16:creationId xmlns:a16="http://schemas.microsoft.com/office/drawing/2014/main" id="{C1157EB6-4789-8649-A1AC-15E1B79CD663}"/>
              </a:ext>
            </a:extLst>
          </p:cNvPr>
          <p:cNvGrpSpPr/>
          <p:nvPr/>
        </p:nvGrpSpPr>
        <p:grpSpPr>
          <a:xfrm>
            <a:off x="14573891" y="9309032"/>
            <a:ext cx="13195192" cy="5836339"/>
            <a:chOff x="1973903" y="5709373"/>
            <a:chExt cx="13195192" cy="5836339"/>
          </a:xfrm>
        </p:grpSpPr>
        <p:grpSp>
          <p:nvGrpSpPr>
            <p:cNvPr id="346" name="Group 345">
              <a:extLst>
                <a:ext uri="{FF2B5EF4-FFF2-40B4-BE49-F238E27FC236}">
                  <a16:creationId xmlns:a16="http://schemas.microsoft.com/office/drawing/2014/main" id="{D68F5A51-A263-A940-BC7B-86243BD7A9AB}"/>
                </a:ext>
              </a:extLst>
            </p:cNvPr>
            <p:cNvGrpSpPr/>
            <p:nvPr/>
          </p:nvGrpSpPr>
          <p:grpSpPr>
            <a:xfrm>
              <a:off x="13424295" y="8843543"/>
              <a:ext cx="1744800" cy="1744800"/>
              <a:chOff x="14742321" y="8909918"/>
              <a:chExt cx="1744800" cy="1744800"/>
            </a:xfrm>
          </p:grpSpPr>
          <p:sp>
            <p:nvSpPr>
              <p:cNvPr id="347" name="Rectangle 346">
                <a:extLst>
                  <a:ext uri="{FF2B5EF4-FFF2-40B4-BE49-F238E27FC236}">
                    <a16:creationId xmlns:a16="http://schemas.microsoft.com/office/drawing/2014/main" id="{6F917A70-0779-954F-892A-9B92EF9F30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742321" y="8909918"/>
                <a:ext cx="1440000" cy="144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4C220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348" name="Rectangle 347">
                <a:extLst>
                  <a:ext uri="{FF2B5EF4-FFF2-40B4-BE49-F238E27FC236}">
                    <a16:creationId xmlns:a16="http://schemas.microsoft.com/office/drawing/2014/main" id="{C5327BA6-7884-664F-9952-DBB9621B12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894721" y="9062318"/>
                <a:ext cx="1440000" cy="144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4C220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349" name="Rectangle 348">
                <a:extLst>
                  <a:ext uri="{FF2B5EF4-FFF2-40B4-BE49-F238E27FC236}">
                    <a16:creationId xmlns:a16="http://schemas.microsoft.com/office/drawing/2014/main" id="{B34570D0-A7C2-A84D-90BE-B90D7EBFA0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5047121" y="9214718"/>
                <a:ext cx="1440000" cy="144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4C220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rgbClr val="4C2209"/>
                    </a:solidFill>
                  </a:rPr>
                  <a:t>Output</a:t>
                </a:r>
              </a:p>
            </p:txBody>
          </p:sp>
        </p:grpSp>
        <p:cxnSp>
          <p:nvCxnSpPr>
            <p:cNvPr id="351" name="Straight Arrow Connector 350">
              <a:extLst>
                <a:ext uri="{FF2B5EF4-FFF2-40B4-BE49-F238E27FC236}">
                  <a16:creationId xmlns:a16="http://schemas.microsoft.com/office/drawing/2014/main" id="{43584788-CD2F-E845-B975-09F4F2D1A5AD}"/>
                </a:ext>
              </a:extLst>
            </p:cNvPr>
            <p:cNvCxnSpPr>
              <a:cxnSpLocks/>
              <a:stCxn id="354" idx="3"/>
            </p:cNvCxnSpPr>
            <p:nvPr/>
          </p:nvCxnSpPr>
          <p:spPr>
            <a:xfrm>
              <a:off x="12955781" y="9715943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23A7200A-498F-2B4B-9E71-A679B7ACCA5C}"/>
                </a:ext>
              </a:extLst>
            </p:cNvPr>
            <p:cNvSpPr/>
            <p:nvPr/>
          </p:nvSpPr>
          <p:spPr>
            <a:xfrm>
              <a:off x="11875781" y="9499943"/>
              <a:ext cx="1080000" cy="43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  <p:cxnSp>
          <p:nvCxnSpPr>
            <p:cNvPr id="404" name="Elbow Connector 403">
              <a:extLst>
                <a:ext uri="{FF2B5EF4-FFF2-40B4-BE49-F238E27FC236}">
                  <a16:creationId xmlns:a16="http://schemas.microsoft.com/office/drawing/2014/main" id="{BAD6BA40-AFE0-1D46-B0E6-4F8273FDDB80}"/>
                </a:ext>
              </a:extLst>
            </p:cNvPr>
            <p:cNvCxnSpPr>
              <a:cxnSpLocks/>
              <a:stCxn id="443" idx="3"/>
              <a:endCxn id="449" idx="0"/>
            </p:cNvCxnSpPr>
            <p:nvPr/>
          </p:nvCxnSpPr>
          <p:spPr>
            <a:xfrm>
              <a:off x="7579616" y="6581773"/>
              <a:ext cx="1651650" cy="1024718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Elbow Connector 404">
              <a:extLst>
                <a:ext uri="{FF2B5EF4-FFF2-40B4-BE49-F238E27FC236}">
                  <a16:creationId xmlns:a16="http://schemas.microsoft.com/office/drawing/2014/main" id="{E8B8B1C1-B620-3041-A80C-DB0B47E9E37E}"/>
                </a:ext>
              </a:extLst>
            </p:cNvPr>
            <p:cNvCxnSpPr>
              <a:cxnSpLocks/>
              <a:stCxn id="447" idx="3"/>
              <a:endCxn id="449" idx="4"/>
            </p:cNvCxnSpPr>
            <p:nvPr/>
          </p:nvCxnSpPr>
          <p:spPr>
            <a:xfrm flipV="1">
              <a:off x="7579616" y="7930491"/>
              <a:ext cx="1651650" cy="697052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6" name="TextBox 405">
              <a:extLst>
                <a:ext uri="{FF2B5EF4-FFF2-40B4-BE49-F238E27FC236}">
                  <a16:creationId xmlns:a16="http://schemas.microsoft.com/office/drawing/2014/main" id="{1FDC70D4-1326-8C48-9D6A-21E2644D3B07}"/>
                </a:ext>
              </a:extLst>
            </p:cNvPr>
            <p:cNvSpPr txBox="1"/>
            <p:nvPr/>
          </p:nvSpPr>
          <p:spPr>
            <a:xfrm>
              <a:off x="10185362" y="6555816"/>
              <a:ext cx="233683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sz="2200" b="1" dirty="0"/>
                <a:t>Attention Map</a:t>
              </a:r>
            </a:p>
          </p:txBody>
        </p:sp>
        <p:sp>
          <p:nvSpPr>
            <p:cNvPr id="407" name="Summing Junction 406">
              <a:extLst>
                <a:ext uri="{FF2B5EF4-FFF2-40B4-BE49-F238E27FC236}">
                  <a16:creationId xmlns:a16="http://schemas.microsoft.com/office/drawing/2014/main" id="{68FFBD0B-0FDC-5A46-9F26-2483287670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91781" y="9553943"/>
              <a:ext cx="324000" cy="324000"/>
            </a:xfrm>
            <a:prstGeom prst="flowChartSummingJunction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cxnSp>
          <p:nvCxnSpPr>
            <p:cNvPr id="408" name="Elbow Connector 407">
              <a:extLst>
                <a:ext uri="{FF2B5EF4-FFF2-40B4-BE49-F238E27FC236}">
                  <a16:creationId xmlns:a16="http://schemas.microsoft.com/office/drawing/2014/main" id="{9CCFA986-21EA-B945-B6FF-1899DDD9FE5E}"/>
                </a:ext>
              </a:extLst>
            </p:cNvPr>
            <p:cNvCxnSpPr>
              <a:cxnSpLocks/>
              <a:stCxn id="439" idx="3"/>
              <a:endCxn id="407" idx="4"/>
            </p:cNvCxnSpPr>
            <p:nvPr/>
          </p:nvCxnSpPr>
          <p:spPr>
            <a:xfrm flipV="1">
              <a:off x="7579616" y="9877943"/>
              <a:ext cx="3774165" cy="79536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Arrow Connector 408">
              <a:extLst>
                <a:ext uri="{FF2B5EF4-FFF2-40B4-BE49-F238E27FC236}">
                  <a16:creationId xmlns:a16="http://schemas.microsoft.com/office/drawing/2014/main" id="{79482E6E-18D5-9C47-A42D-732008B3E466}"/>
                </a:ext>
              </a:extLst>
            </p:cNvPr>
            <p:cNvCxnSpPr>
              <a:cxnSpLocks/>
              <a:stCxn id="407" idx="6"/>
              <a:endCxn id="354" idx="1"/>
            </p:cNvCxnSpPr>
            <p:nvPr/>
          </p:nvCxnSpPr>
          <p:spPr>
            <a:xfrm>
              <a:off x="11515781" y="9715943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0" name="TextBox 409">
              <a:extLst>
                <a:ext uri="{FF2B5EF4-FFF2-40B4-BE49-F238E27FC236}">
                  <a16:creationId xmlns:a16="http://schemas.microsoft.com/office/drawing/2014/main" id="{52FC96AF-9305-904B-BCFB-4D3B7B3AF83F}"/>
                </a:ext>
              </a:extLst>
            </p:cNvPr>
            <p:cNvSpPr txBox="1"/>
            <p:nvPr/>
          </p:nvSpPr>
          <p:spPr>
            <a:xfrm>
              <a:off x="9172407" y="7299192"/>
              <a:ext cx="165165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sz="2200" b="1" dirty="0"/>
                <a:t>Softmax</a:t>
              </a:r>
            </a:p>
          </p:txBody>
        </p:sp>
        <p:cxnSp>
          <p:nvCxnSpPr>
            <p:cNvPr id="411" name="Straight Arrow Connector 410">
              <a:extLst>
                <a:ext uri="{FF2B5EF4-FFF2-40B4-BE49-F238E27FC236}">
                  <a16:creationId xmlns:a16="http://schemas.microsoft.com/office/drawing/2014/main" id="{AA7FD814-620F-4345-808B-B1E75F79D7CF}"/>
                </a:ext>
              </a:extLst>
            </p:cNvPr>
            <p:cNvCxnSpPr>
              <a:cxnSpLocks/>
              <a:endCxn id="421" idx="1"/>
            </p:cNvCxnSpPr>
            <p:nvPr/>
          </p:nvCxnSpPr>
          <p:spPr>
            <a:xfrm flipV="1">
              <a:off x="9435796" y="7765247"/>
              <a:ext cx="1197987" cy="32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Arrow Connector 411">
              <a:extLst>
                <a:ext uri="{FF2B5EF4-FFF2-40B4-BE49-F238E27FC236}">
                  <a16:creationId xmlns:a16="http://schemas.microsoft.com/office/drawing/2014/main" id="{40D95D46-83A7-3242-8BE8-12696D23A15D}"/>
                </a:ext>
              </a:extLst>
            </p:cNvPr>
            <p:cNvCxnSpPr>
              <a:cxnSpLocks/>
              <a:stCxn id="423" idx="2"/>
              <a:endCxn id="407" idx="0"/>
            </p:cNvCxnSpPr>
            <p:nvPr/>
          </p:nvCxnSpPr>
          <p:spPr>
            <a:xfrm flipH="1">
              <a:off x="11353781" y="8485247"/>
              <a:ext cx="1" cy="10686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3" name="Group 412">
              <a:extLst>
                <a:ext uri="{FF2B5EF4-FFF2-40B4-BE49-F238E27FC236}">
                  <a16:creationId xmlns:a16="http://schemas.microsoft.com/office/drawing/2014/main" id="{0D98EEEB-DD09-A84B-B726-D44264E752D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633783" y="7045247"/>
              <a:ext cx="1440000" cy="1440000"/>
              <a:chOff x="13033297" y="7654672"/>
              <a:chExt cx="2160000" cy="2160000"/>
            </a:xfrm>
          </p:grpSpPr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9ADB6D48-0D21-A54E-83F4-DD970B35BA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033297" y="7654672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D835E26E-B40F-8F4D-9DC0-6FCE209569C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753297" y="9094672"/>
                <a:ext cx="720000" cy="720000"/>
              </a:xfrm>
              <a:prstGeom prst="rect">
                <a:avLst/>
              </a:prstGeom>
              <a:solidFill>
                <a:schemeClr val="tx1">
                  <a:alpha val="1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D5E6F394-D792-9844-A638-9296B78AECB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753297" y="7654672"/>
                <a:ext cx="720000" cy="720000"/>
              </a:xfrm>
              <a:prstGeom prst="rect">
                <a:avLst/>
              </a:prstGeom>
              <a:solidFill>
                <a:schemeClr val="tx1">
                  <a:alpha val="1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A702C54A-A3FF-594F-9290-5140B300F41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73297" y="7654672"/>
                <a:ext cx="720000" cy="720000"/>
              </a:xfrm>
              <a:prstGeom prst="rect">
                <a:avLst/>
              </a:prstGeom>
              <a:solidFill>
                <a:schemeClr val="tx1">
                  <a:alpha val="3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14D97540-1338-CE48-900B-EC3B356376D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753297" y="8374672"/>
                <a:ext cx="720000" cy="720000"/>
              </a:xfrm>
              <a:prstGeom prst="rect">
                <a:avLst/>
              </a:prstGeom>
              <a:solidFill>
                <a:schemeClr val="tx1">
                  <a:alpha val="4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7AD9085F-6BD4-124B-AFBE-B2907A07A3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033297" y="9094672"/>
                <a:ext cx="720000" cy="720000"/>
              </a:xfrm>
              <a:prstGeom prst="rect">
                <a:avLst/>
              </a:prstGeom>
              <a:solidFill>
                <a:schemeClr val="tx1">
                  <a:alpha val="2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23176315-DA42-C941-914A-DF79332C3FE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73297" y="8374672"/>
                <a:ext cx="720000" cy="720000"/>
              </a:xfrm>
              <a:prstGeom prst="rect">
                <a:avLst/>
              </a:prstGeom>
              <a:solidFill>
                <a:schemeClr val="tx1">
                  <a:alpha val="2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F6777F8A-2232-594C-AA6F-7266E6444DD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033297" y="8374672"/>
                <a:ext cx="720000" cy="720000"/>
              </a:xfrm>
              <a:prstGeom prst="rect">
                <a:avLst/>
              </a:prstGeom>
              <a:solidFill>
                <a:schemeClr val="tx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6C800E09-50E3-9248-9C37-A8616FAAEA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73297" y="9094672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A2FB7AFC-E70A-604A-8C73-B57B459CD25D}"/>
                  </a:ext>
                </a:extLst>
              </p:cNvPr>
              <p:cNvSpPr/>
              <p:nvPr/>
            </p:nvSpPr>
            <p:spPr>
              <a:xfrm>
                <a:off x="13033297" y="7654672"/>
                <a:ext cx="2159997" cy="2160000"/>
              </a:xfrm>
              <a:prstGeom prst="rect">
                <a:avLst/>
              </a:prstGeom>
              <a:no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</p:grp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D8B745D9-CBA2-1F4D-AB8F-4AA5AA69AB0D}"/>
                </a:ext>
              </a:extLst>
            </p:cNvPr>
            <p:cNvCxnSpPr>
              <a:cxnSpLocks/>
              <a:stCxn id="429" idx="3"/>
              <a:endCxn id="431" idx="1"/>
            </p:cNvCxnSpPr>
            <p:nvPr/>
          </p:nvCxnSpPr>
          <p:spPr>
            <a:xfrm flipV="1">
              <a:off x="3566303" y="6581773"/>
              <a:ext cx="872399" cy="2045770"/>
            </a:xfrm>
            <a:prstGeom prst="bentConnector3">
              <a:avLst>
                <a:gd name="adj1" fmla="val 54875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Elbow Connector 424">
              <a:extLst>
                <a:ext uri="{FF2B5EF4-FFF2-40B4-BE49-F238E27FC236}">
                  <a16:creationId xmlns:a16="http://schemas.microsoft.com/office/drawing/2014/main" id="{38F2660E-5A4D-8344-A274-F2201569C956}"/>
                </a:ext>
              </a:extLst>
            </p:cNvPr>
            <p:cNvCxnSpPr>
              <a:cxnSpLocks/>
              <a:stCxn id="429" idx="3"/>
              <a:endCxn id="433" idx="1"/>
            </p:cNvCxnSpPr>
            <p:nvPr/>
          </p:nvCxnSpPr>
          <p:spPr>
            <a:xfrm>
              <a:off x="3566303" y="8627543"/>
              <a:ext cx="872399" cy="2045769"/>
            </a:xfrm>
            <a:prstGeom prst="bentConnector3">
              <a:avLst>
                <a:gd name="adj1" fmla="val 54875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Arrow Connector 425">
              <a:extLst>
                <a:ext uri="{FF2B5EF4-FFF2-40B4-BE49-F238E27FC236}">
                  <a16:creationId xmlns:a16="http://schemas.microsoft.com/office/drawing/2014/main" id="{19EECB17-2ED6-0F4E-B275-BF7E73EBCBB6}"/>
                </a:ext>
              </a:extLst>
            </p:cNvPr>
            <p:cNvCxnSpPr>
              <a:cxnSpLocks/>
              <a:stCxn id="429" idx="3"/>
              <a:endCxn id="432" idx="1"/>
            </p:cNvCxnSpPr>
            <p:nvPr/>
          </p:nvCxnSpPr>
          <p:spPr>
            <a:xfrm>
              <a:off x="3566303" y="8627543"/>
              <a:ext cx="87239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7" name="Group 426">
              <a:extLst>
                <a:ext uri="{FF2B5EF4-FFF2-40B4-BE49-F238E27FC236}">
                  <a16:creationId xmlns:a16="http://schemas.microsoft.com/office/drawing/2014/main" id="{5FD30C7F-272B-0B4B-8203-DA85DBC8298C}"/>
                </a:ext>
              </a:extLst>
            </p:cNvPr>
            <p:cNvGrpSpPr/>
            <p:nvPr/>
          </p:nvGrpSpPr>
          <p:grpSpPr>
            <a:xfrm>
              <a:off x="1973903" y="7755143"/>
              <a:ext cx="1744800" cy="1744800"/>
              <a:chOff x="3444499" y="7670808"/>
              <a:chExt cx="1744800" cy="1744800"/>
            </a:xfrm>
          </p:grpSpPr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3A7F8A9A-8ECE-2D4F-AA8E-9801455BFB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444499" y="7670808"/>
                <a:ext cx="1440000" cy="144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rgbClr val="182A4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33C9A261-F473-2945-AB9E-7B5A244DDE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596899" y="7823208"/>
                <a:ext cx="1440000" cy="144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rgbClr val="182A4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1F01155C-ACC0-EA4B-AC71-7509ABA752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749299" y="7975608"/>
                <a:ext cx="1440000" cy="144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rgbClr val="182A4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rgbClr val="182A4A"/>
                    </a:solidFill>
                  </a:rPr>
                  <a:t>Input</a:t>
                </a:r>
              </a:p>
            </p:txBody>
          </p:sp>
        </p:grpSp>
        <p:sp>
          <p:nvSpPr>
            <p:cNvPr id="431" name="Rectangle 430">
              <a:extLst>
                <a:ext uri="{FF2B5EF4-FFF2-40B4-BE49-F238E27FC236}">
                  <a16:creationId xmlns:a16="http://schemas.microsoft.com/office/drawing/2014/main" id="{4CD37FDC-7637-3648-BEBB-AE59C7D0FF60}"/>
                </a:ext>
              </a:extLst>
            </p:cNvPr>
            <p:cNvSpPr/>
            <p:nvPr/>
          </p:nvSpPr>
          <p:spPr>
            <a:xfrm>
              <a:off x="4438702" y="6365773"/>
              <a:ext cx="1080000" cy="43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  <p:sp>
          <p:nvSpPr>
            <p:cNvPr id="432" name="Rectangle 431">
              <a:extLst>
                <a:ext uri="{FF2B5EF4-FFF2-40B4-BE49-F238E27FC236}">
                  <a16:creationId xmlns:a16="http://schemas.microsoft.com/office/drawing/2014/main" id="{52C95B05-A4C4-A543-B6F3-14D388056D28}"/>
                </a:ext>
              </a:extLst>
            </p:cNvPr>
            <p:cNvSpPr/>
            <p:nvPr/>
          </p:nvSpPr>
          <p:spPr>
            <a:xfrm>
              <a:off x="4438702" y="8411543"/>
              <a:ext cx="1080000" cy="43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  <p:sp>
          <p:nvSpPr>
            <p:cNvPr id="433" name="Rectangle 432">
              <a:extLst>
                <a:ext uri="{FF2B5EF4-FFF2-40B4-BE49-F238E27FC236}">
                  <a16:creationId xmlns:a16="http://schemas.microsoft.com/office/drawing/2014/main" id="{DF186B03-0B1D-3D47-A4A1-4736D4EE40BB}"/>
                </a:ext>
              </a:extLst>
            </p:cNvPr>
            <p:cNvSpPr/>
            <p:nvPr/>
          </p:nvSpPr>
          <p:spPr>
            <a:xfrm>
              <a:off x="4438702" y="10457312"/>
              <a:ext cx="1080000" cy="43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  <p:cxnSp>
          <p:nvCxnSpPr>
            <p:cNvPr id="434" name="Straight Arrow Connector 433">
              <a:extLst>
                <a:ext uri="{FF2B5EF4-FFF2-40B4-BE49-F238E27FC236}">
                  <a16:creationId xmlns:a16="http://schemas.microsoft.com/office/drawing/2014/main" id="{5CE8FA0F-7839-5F4B-A7ED-6675CF56FBC1}"/>
                </a:ext>
              </a:extLst>
            </p:cNvPr>
            <p:cNvCxnSpPr>
              <a:cxnSpLocks/>
            </p:cNvCxnSpPr>
            <p:nvPr/>
          </p:nvCxnSpPr>
          <p:spPr>
            <a:xfrm>
              <a:off x="5518702" y="6581773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Arrow Connector 434">
              <a:extLst>
                <a:ext uri="{FF2B5EF4-FFF2-40B4-BE49-F238E27FC236}">
                  <a16:creationId xmlns:a16="http://schemas.microsoft.com/office/drawing/2014/main" id="{ACAD0A9B-3470-134C-A87C-970EE5C49F3C}"/>
                </a:ext>
              </a:extLst>
            </p:cNvPr>
            <p:cNvCxnSpPr>
              <a:cxnSpLocks/>
            </p:cNvCxnSpPr>
            <p:nvPr/>
          </p:nvCxnSpPr>
          <p:spPr>
            <a:xfrm>
              <a:off x="5518702" y="8627543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Arrow Connector 435">
              <a:extLst>
                <a:ext uri="{FF2B5EF4-FFF2-40B4-BE49-F238E27FC236}">
                  <a16:creationId xmlns:a16="http://schemas.microsoft.com/office/drawing/2014/main" id="{6F46CB78-535C-8B42-853E-6F0277CFD603}"/>
                </a:ext>
              </a:extLst>
            </p:cNvPr>
            <p:cNvCxnSpPr>
              <a:cxnSpLocks/>
              <a:stCxn id="433" idx="3"/>
            </p:cNvCxnSpPr>
            <p:nvPr/>
          </p:nvCxnSpPr>
          <p:spPr>
            <a:xfrm>
              <a:off x="5518702" y="10673312"/>
              <a:ext cx="36000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7" name="Group 436">
              <a:extLst>
                <a:ext uri="{FF2B5EF4-FFF2-40B4-BE49-F238E27FC236}">
                  <a16:creationId xmlns:a16="http://schemas.microsoft.com/office/drawing/2014/main" id="{A51B6013-39AD-3845-8D4E-84F09A26068E}"/>
                </a:ext>
              </a:extLst>
            </p:cNvPr>
            <p:cNvGrpSpPr/>
            <p:nvPr/>
          </p:nvGrpSpPr>
          <p:grpSpPr>
            <a:xfrm>
              <a:off x="5987216" y="9800912"/>
              <a:ext cx="1744800" cy="1744800"/>
              <a:chOff x="7594891" y="10016060"/>
              <a:chExt cx="1744800" cy="1744800"/>
            </a:xfrm>
          </p:grpSpPr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287E3841-FE44-7C43-BB7C-28851D7F50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94891" y="10016060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2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439" name="Rectangle 438">
                <a:extLst>
                  <a:ext uri="{FF2B5EF4-FFF2-40B4-BE49-F238E27FC236}">
                    <a16:creationId xmlns:a16="http://schemas.microsoft.com/office/drawing/2014/main" id="{48532C01-587B-6E46-A925-3822790348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47291" y="10168460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2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B0AC8B16-AB7E-8846-B25E-4A1F7889735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99691" y="10320860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2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Value</a:t>
                </a:r>
              </a:p>
            </p:txBody>
          </p:sp>
        </p:grpSp>
        <p:grpSp>
          <p:nvGrpSpPr>
            <p:cNvPr id="441" name="Group 440">
              <a:extLst>
                <a:ext uri="{FF2B5EF4-FFF2-40B4-BE49-F238E27FC236}">
                  <a16:creationId xmlns:a16="http://schemas.microsoft.com/office/drawing/2014/main" id="{4887648A-B0BD-594C-A018-441E2EEF2E15}"/>
                </a:ext>
              </a:extLst>
            </p:cNvPr>
            <p:cNvGrpSpPr/>
            <p:nvPr/>
          </p:nvGrpSpPr>
          <p:grpSpPr>
            <a:xfrm>
              <a:off x="5987216" y="5709373"/>
              <a:ext cx="1744800" cy="1744800"/>
              <a:chOff x="7602029" y="5830887"/>
              <a:chExt cx="1744800" cy="1744800"/>
            </a:xfrm>
          </p:grpSpPr>
          <p:sp>
            <p:nvSpPr>
              <p:cNvPr id="442" name="Rectangle 441">
                <a:extLst>
                  <a:ext uri="{FF2B5EF4-FFF2-40B4-BE49-F238E27FC236}">
                    <a16:creationId xmlns:a16="http://schemas.microsoft.com/office/drawing/2014/main" id="{0BE3C81B-9ECB-E340-B750-DD9C5A93E8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02029" y="5830887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91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443" name="Rectangle 442">
                <a:extLst>
                  <a:ext uri="{FF2B5EF4-FFF2-40B4-BE49-F238E27FC236}">
                    <a16:creationId xmlns:a16="http://schemas.microsoft.com/office/drawing/2014/main" id="{1105C544-31DC-4046-BC67-1FE9952CE2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54429" y="5983287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91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65E5E09B-54D4-BF48-802B-ABDBC1AA7D2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906829" y="6135687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91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Query</a:t>
                </a:r>
              </a:p>
            </p:txBody>
          </p:sp>
        </p:grpSp>
        <p:grpSp>
          <p:nvGrpSpPr>
            <p:cNvPr id="445" name="Group 444">
              <a:extLst>
                <a:ext uri="{FF2B5EF4-FFF2-40B4-BE49-F238E27FC236}">
                  <a16:creationId xmlns:a16="http://schemas.microsoft.com/office/drawing/2014/main" id="{B94DB79C-4180-C549-B1F0-2B580874AF26}"/>
                </a:ext>
              </a:extLst>
            </p:cNvPr>
            <p:cNvGrpSpPr/>
            <p:nvPr/>
          </p:nvGrpSpPr>
          <p:grpSpPr>
            <a:xfrm>
              <a:off x="5987216" y="7755143"/>
              <a:ext cx="1744800" cy="1744800"/>
              <a:chOff x="7594891" y="7922442"/>
              <a:chExt cx="1744800" cy="1744800"/>
            </a:xfrm>
          </p:grpSpPr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B81A88D9-F657-5146-A212-2396EBA69F4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94891" y="7922442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9437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447" name="Rectangle 446">
                <a:extLst>
                  <a:ext uri="{FF2B5EF4-FFF2-40B4-BE49-F238E27FC236}">
                    <a16:creationId xmlns:a16="http://schemas.microsoft.com/office/drawing/2014/main" id="{DA3A21E7-D05B-B84D-A397-6B3B9ADAEA4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747291" y="8074842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9437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448" name="Rectangle 447">
                <a:extLst>
                  <a:ext uri="{FF2B5EF4-FFF2-40B4-BE49-F238E27FC236}">
                    <a16:creationId xmlns:a16="http://schemas.microsoft.com/office/drawing/2014/main" id="{8FE290BE-5DA6-DA47-A94C-3C2C92937DB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899691" y="8227242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9437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Key</a:t>
                </a:r>
              </a:p>
            </p:txBody>
          </p:sp>
        </p:grpSp>
        <p:sp>
          <p:nvSpPr>
            <p:cNvPr id="449" name="Summing Junction 448">
              <a:extLst>
                <a:ext uri="{FF2B5EF4-FFF2-40B4-BE49-F238E27FC236}">
                  <a16:creationId xmlns:a16="http://schemas.microsoft.com/office/drawing/2014/main" id="{4A759EF2-7289-A043-8A13-36F4FAAC858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69266" y="7606491"/>
              <a:ext cx="324000" cy="324000"/>
            </a:xfrm>
            <a:prstGeom prst="flowChartSummingJunction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450" name="TextBox 449">
              <a:extLst>
                <a:ext uri="{FF2B5EF4-FFF2-40B4-BE49-F238E27FC236}">
                  <a16:creationId xmlns:a16="http://schemas.microsoft.com/office/drawing/2014/main" id="{AFEC0C97-169C-954E-9021-6B11B1248CD9}"/>
                </a:ext>
              </a:extLst>
            </p:cNvPr>
            <p:cNvSpPr txBox="1"/>
            <p:nvPr/>
          </p:nvSpPr>
          <p:spPr>
            <a:xfrm>
              <a:off x="7600603" y="8152962"/>
              <a:ext cx="17620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sz="2200" b="1" dirty="0"/>
                <a:t>Transpose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3233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0329139-97C3-8540-88FD-3EE9FC3AE607}"/>
              </a:ext>
            </a:extLst>
          </p:cNvPr>
          <p:cNvCxnSpPr>
            <a:cxnSpLocks/>
            <a:stCxn id="95" idx="3"/>
            <a:endCxn id="99" idx="1"/>
          </p:cNvCxnSpPr>
          <p:nvPr/>
        </p:nvCxnSpPr>
        <p:spPr>
          <a:xfrm flipV="1">
            <a:off x="20179604" y="12227209"/>
            <a:ext cx="51240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D6364F07-B046-8A40-A801-B6702C666ACD}"/>
              </a:ext>
            </a:extLst>
          </p:cNvPr>
          <p:cNvCxnSpPr>
            <a:cxnSpLocks/>
            <a:stCxn id="91" idx="3"/>
            <a:endCxn id="99" idx="0"/>
          </p:cNvCxnSpPr>
          <p:nvPr/>
        </p:nvCxnSpPr>
        <p:spPr>
          <a:xfrm>
            <a:off x="20179604" y="10181436"/>
            <a:ext cx="1628400" cy="1685769"/>
          </a:xfrm>
          <a:prstGeom prst="bentConnector2">
            <a:avLst/>
          </a:prstGeom>
          <a:ln w="2540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CD913110-F8A4-C447-B9F4-C44BF8EB1A84}"/>
              </a:ext>
            </a:extLst>
          </p:cNvPr>
          <p:cNvCxnSpPr>
            <a:cxnSpLocks/>
            <a:stCxn id="87" idx="3"/>
            <a:endCxn id="99" idx="2"/>
          </p:cNvCxnSpPr>
          <p:nvPr/>
        </p:nvCxnSpPr>
        <p:spPr>
          <a:xfrm flipV="1">
            <a:off x="20179604" y="12587198"/>
            <a:ext cx="1628400" cy="1685770"/>
          </a:xfrm>
          <a:prstGeom prst="bentConnector2">
            <a:avLst/>
          </a:prstGeom>
          <a:ln w="2540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6004029-398A-7D47-AC71-E770D5872604}"/>
              </a:ext>
            </a:extLst>
          </p:cNvPr>
          <p:cNvCxnSpPr>
            <a:cxnSpLocks/>
            <a:stCxn id="99" idx="3"/>
            <a:endCxn id="60" idx="1"/>
          </p:cNvCxnSpPr>
          <p:nvPr/>
        </p:nvCxnSpPr>
        <p:spPr>
          <a:xfrm>
            <a:off x="22924004" y="12227209"/>
            <a:ext cx="360000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D3CC6C3-0675-E44C-95CB-025EF29D321F}"/>
              </a:ext>
            </a:extLst>
          </p:cNvPr>
          <p:cNvGrpSpPr/>
          <p:nvPr/>
        </p:nvGrpSpPr>
        <p:grpSpPr>
          <a:xfrm>
            <a:off x="24832518" y="11354798"/>
            <a:ext cx="1744800" cy="1744800"/>
            <a:chOff x="14742321" y="8909918"/>
            <a:chExt cx="1744800" cy="1744800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D6809F6-D301-F24F-8123-17AFCC0B887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742321" y="8909918"/>
              <a:ext cx="1440000" cy="144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rgbClr val="4C22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BCC8ABC-B9E6-044D-B179-DBD0EE2259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894721" y="9062318"/>
              <a:ext cx="1440000" cy="144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rgbClr val="4C22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952DF31-A867-3543-8D64-D9A29107262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5047121" y="9214718"/>
              <a:ext cx="1440000" cy="144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rgbClr val="4C22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200" b="1" dirty="0">
                  <a:solidFill>
                    <a:srgbClr val="4C2209"/>
                  </a:solidFill>
                </a:rPr>
                <a:t>Output</a:t>
              </a:r>
            </a:p>
          </p:txBody>
        </p: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DAB40EF-8F58-AA48-BFBD-86DC60535BFF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24364004" y="12227199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492D1EB7-A2DA-9144-B7B6-14CA9F5A1903}"/>
              </a:ext>
            </a:extLst>
          </p:cNvPr>
          <p:cNvSpPr/>
          <p:nvPr/>
        </p:nvSpPr>
        <p:spPr>
          <a:xfrm>
            <a:off x="23284004" y="12011199"/>
            <a:ext cx="1080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accent6">
                    <a:lumMod val="50000"/>
                  </a:schemeClr>
                </a:solidFill>
              </a:rPr>
              <a:t>Linear</a:t>
            </a:r>
          </a:p>
        </p:txBody>
      </p: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3241FE9E-3634-D049-AE23-47534E636526}"/>
              </a:ext>
            </a:extLst>
          </p:cNvPr>
          <p:cNvCxnSpPr>
            <a:cxnSpLocks/>
            <a:stCxn id="77" idx="3"/>
            <a:endCxn id="79" idx="1"/>
          </p:cNvCxnSpPr>
          <p:nvPr/>
        </p:nvCxnSpPr>
        <p:spPr>
          <a:xfrm flipV="1">
            <a:off x="16166298" y="10181429"/>
            <a:ext cx="872399" cy="2045770"/>
          </a:xfrm>
          <a:prstGeom prst="bentConnector3">
            <a:avLst>
              <a:gd name="adj1" fmla="val 54875"/>
            </a:avLst>
          </a:prstGeom>
          <a:ln w="2540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9316C279-D3ED-B04B-A0BF-09993C7D310E}"/>
              </a:ext>
            </a:extLst>
          </p:cNvPr>
          <p:cNvCxnSpPr>
            <a:cxnSpLocks/>
            <a:stCxn id="77" idx="3"/>
            <a:endCxn id="81" idx="1"/>
          </p:cNvCxnSpPr>
          <p:nvPr/>
        </p:nvCxnSpPr>
        <p:spPr>
          <a:xfrm>
            <a:off x="16166298" y="12227206"/>
            <a:ext cx="872399" cy="2045769"/>
          </a:xfrm>
          <a:prstGeom prst="bentConnector3">
            <a:avLst>
              <a:gd name="adj1" fmla="val 54875"/>
            </a:avLst>
          </a:prstGeom>
          <a:ln w="2540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B82DA0E-CF8E-F043-A2B1-4D39CBE79B4A}"/>
              </a:ext>
            </a:extLst>
          </p:cNvPr>
          <p:cNvCxnSpPr>
            <a:cxnSpLocks/>
            <a:stCxn id="77" idx="3"/>
            <a:endCxn id="80" idx="1"/>
          </p:cNvCxnSpPr>
          <p:nvPr/>
        </p:nvCxnSpPr>
        <p:spPr>
          <a:xfrm>
            <a:off x="16166298" y="12227199"/>
            <a:ext cx="8723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5900C31-6BB5-8D44-9A19-5218371E1ABC}"/>
              </a:ext>
            </a:extLst>
          </p:cNvPr>
          <p:cNvGrpSpPr/>
          <p:nvPr/>
        </p:nvGrpSpPr>
        <p:grpSpPr>
          <a:xfrm>
            <a:off x="14573891" y="11354799"/>
            <a:ext cx="1744800" cy="1744800"/>
            <a:chOff x="3444499" y="7670808"/>
            <a:chExt cx="1744800" cy="1744800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DE27C90-AC4F-C54D-BF60-7C9E0432FF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44499" y="7670808"/>
              <a:ext cx="1440000" cy="144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rgbClr val="182A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269A3E52-66F9-3C42-B7AB-A1D5F9A413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96899" y="7823208"/>
              <a:ext cx="1440000" cy="144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rgbClr val="182A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E61CE90C-DBAE-474F-ADAE-F9FDD078FC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749299" y="7975608"/>
              <a:ext cx="1440000" cy="1440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5400">
              <a:solidFill>
                <a:srgbClr val="182A4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200" b="1" dirty="0">
                  <a:solidFill>
                    <a:srgbClr val="182A4A"/>
                  </a:solidFill>
                </a:rPr>
                <a:t>Input</a:t>
              </a:r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635FA100-AA3A-8F4F-8469-889397ADA473}"/>
              </a:ext>
            </a:extLst>
          </p:cNvPr>
          <p:cNvSpPr/>
          <p:nvPr/>
        </p:nvSpPr>
        <p:spPr>
          <a:xfrm>
            <a:off x="17038690" y="9965429"/>
            <a:ext cx="1080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accent6">
                    <a:lumMod val="50000"/>
                  </a:schemeClr>
                </a:solidFill>
              </a:rPr>
              <a:t>Linear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26E0A4B-BD1E-AD41-9C5A-2BD1596E1A34}"/>
              </a:ext>
            </a:extLst>
          </p:cNvPr>
          <p:cNvSpPr/>
          <p:nvPr/>
        </p:nvSpPr>
        <p:spPr>
          <a:xfrm>
            <a:off x="17038690" y="12011199"/>
            <a:ext cx="1080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accent6">
                    <a:lumMod val="50000"/>
                  </a:schemeClr>
                </a:solidFill>
              </a:rPr>
              <a:t>Linear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DA6F86B-95D0-D641-A622-7B462A86FB27}"/>
              </a:ext>
            </a:extLst>
          </p:cNvPr>
          <p:cNvSpPr/>
          <p:nvPr/>
        </p:nvSpPr>
        <p:spPr>
          <a:xfrm>
            <a:off x="17038690" y="14056968"/>
            <a:ext cx="1080000" cy="432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25400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200" b="1" dirty="0">
                <a:solidFill>
                  <a:schemeClr val="accent6">
                    <a:lumMod val="50000"/>
                  </a:schemeClr>
                </a:solidFill>
              </a:rPr>
              <a:t>Linear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8E404912-9FAF-894D-AF49-6C0D0DA2C56B}"/>
              </a:ext>
            </a:extLst>
          </p:cNvPr>
          <p:cNvCxnSpPr>
            <a:cxnSpLocks/>
          </p:cNvCxnSpPr>
          <p:nvPr/>
        </p:nvCxnSpPr>
        <p:spPr>
          <a:xfrm>
            <a:off x="18118690" y="10181429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C59A05CA-71FA-EC4A-B94A-D804049D3DF5}"/>
              </a:ext>
            </a:extLst>
          </p:cNvPr>
          <p:cNvCxnSpPr>
            <a:cxnSpLocks/>
          </p:cNvCxnSpPr>
          <p:nvPr/>
        </p:nvCxnSpPr>
        <p:spPr>
          <a:xfrm>
            <a:off x="18118690" y="12227199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8D92A59-DBD7-DC46-A5A3-7F9A55B2702F}"/>
              </a:ext>
            </a:extLst>
          </p:cNvPr>
          <p:cNvCxnSpPr>
            <a:cxnSpLocks/>
            <a:stCxn id="81" idx="3"/>
          </p:cNvCxnSpPr>
          <p:nvPr/>
        </p:nvCxnSpPr>
        <p:spPr>
          <a:xfrm>
            <a:off x="18118690" y="14272968"/>
            <a:ext cx="360000" cy="0"/>
          </a:xfrm>
          <a:prstGeom prst="straightConnector1">
            <a:avLst/>
          </a:prstGeom>
          <a:ln w="25400">
            <a:solidFill>
              <a:schemeClr val="tx1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26A8B07-2173-734C-8BF3-E3A80AEF6592}"/>
              </a:ext>
            </a:extLst>
          </p:cNvPr>
          <p:cNvGrpSpPr/>
          <p:nvPr/>
        </p:nvGrpSpPr>
        <p:grpSpPr>
          <a:xfrm>
            <a:off x="18587204" y="13400568"/>
            <a:ext cx="1744800" cy="1744800"/>
            <a:chOff x="7594891" y="10016060"/>
            <a:chExt cx="1744800" cy="1744800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760248F-77C4-654F-835E-AC268100C2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94891" y="10016060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26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669EA86E-10F7-F841-8F2C-48996F07E6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47291" y="10168460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26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6857EF47-B771-1D45-AD29-E597767304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9691" y="10320860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26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Value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C822967-AE37-8B41-801D-506762BEB1EE}"/>
              </a:ext>
            </a:extLst>
          </p:cNvPr>
          <p:cNvGrpSpPr/>
          <p:nvPr/>
        </p:nvGrpSpPr>
        <p:grpSpPr>
          <a:xfrm>
            <a:off x="18587204" y="9309029"/>
            <a:ext cx="1744800" cy="1744800"/>
            <a:chOff x="7602029" y="5830887"/>
            <a:chExt cx="1744800" cy="174480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A8244D5-945E-F045-A34E-185274EE9B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602029" y="5830887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9193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AAB8E18C-C5EC-764B-9BF1-D36A413043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54429" y="5983287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9193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62717B8-D601-2E42-8708-02FC95D183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906829" y="6135687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9193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Query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9B1D932-ECBB-D343-BFAF-5EAFAE338B95}"/>
              </a:ext>
            </a:extLst>
          </p:cNvPr>
          <p:cNvGrpSpPr/>
          <p:nvPr/>
        </p:nvGrpSpPr>
        <p:grpSpPr>
          <a:xfrm>
            <a:off x="18587204" y="11354799"/>
            <a:ext cx="1744800" cy="1744800"/>
            <a:chOff x="7594891" y="7922442"/>
            <a:chExt cx="1744800" cy="1744800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8836A9AE-079D-B24F-B5C7-C4327886C3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594891" y="7922442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9437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C7491572-6131-CD4E-A3DD-7F7A2BC00C2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47291" y="8074842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9437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00034BE7-9937-8D45-91E8-8DDB7B8F5F6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899691" y="8227242"/>
              <a:ext cx="1440000" cy="144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9437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Key</a:t>
              </a:r>
            </a:p>
          </p:txBody>
        </p:sp>
      </p:grpSp>
      <p:sp>
        <p:nvSpPr>
          <p:cNvPr id="99" name="Process 98">
            <a:extLst>
              <a:ext uri="{FF2B5EF4-FFF2-40B4-BE49-F238E27FC236}">
                <a16:creationId xmlns:a16="http://schemas.microsoft.com/office/drawing/2014/main" id="{78E05B44-2CA2-2645-B23C-74693AD4EA31}"/>
              </a:ext>
            </a:extLst>
          </p:cNvPr>
          <p:cNvSpPr/>
          <p:nvPr/>
        </p:nvSpPr>
        <p:spPr>
          <a:xfrm>
            <a:off x="20692004" y="11867198"/>
            <a:ext cx="2232000" cy="720000"/>
          </a:xfrm>
          <a:prstGeom prst="flowChartProcess">
            <a:avLst/>
          </a:prstGeom>
          <a:solidFill>
            <a:schemeClr val="accent4">
              <a:lumMod val="40000"/>
              <a:lumOff val="60000"/>
            </a:schemeClr>
          </a:solidFill>
          <a:ln w="25400">
            <a:solidFill>
              <a:srgbClr val="4936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BE" sz="2400" b="1" dirty="0">
                <a:solidFill>
                  <a:srgbClr val="493606"/>
                </a:solidFill>
              </a:rPr>
              <a:t>Factorization</a:t>
            </a:r>
          </a:p>
        </p:txBody>
      </p:sp>
    </p:spTree>
    <p:extLst>
      <p:ext uri="{BB962C8B-B14F-4D97-AF65-F5344CB8AC3E}">
        <p14:creationId xmlns:p14="http://schemas.microsoft.com/office/powerpoint/2010/main" val="65653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roup 384">
            <a:extLst>
              <a:ext uri="{FF2B5EF4-FFF2-40B4-BE49-F238E27FC236}">
                <a16:creationId xmlns:a16="http://schemas.microsoft.com/office/drawing/2014/main" id="{D9272EFF-BFC6-7640-93F2-A9E67DD9EDDE}"/>
              </a:ext>
            </a:extLst>
          </p:cNvPr>
          <p:cNvGrpSpPr/>
          <p:nvPr/>
        </p:nvGrpSpPr>
        <p:grpSpPr>
          <a:xfrm>
            <a:off x="16370604" y="5984595"/>
            <a:ext cx="7670770" cy="12765798"/>
            <a:chOff x="3770616" y="2384939"/>
            <a:chExt cx="7670770" cy="12765798"/>
          </a:xfrm>
        </p:grpSpPr>
        <p:sp>
          <p:nvSpPr>
            <p:cNvPr id="377" name="Rounded Rectangle 376">
              <a:extLst>
                <a:ext uri="{FF2B5EF4-FFF2-40B4-BE49-F238E27FC236}">
                  <a16:creationId xmlns:a16="http://schemas.microsoft.com/office/drawing/2014/main" id="{F9912ABF-A791-1E4F-B583-548A66C91D57}"/>
                </a:ext>
              </a:extLst>
            </p:cNvPr>
            <p:cNvSpPr/>
            <p:nvPr/>
          </p:nvSpPr>
          <p:spPr>
            <a:xfrm>
              <a:off x="3770616" y="5528430"/>
              <a:ext cx="7670770" cy="4067648"/>
            </a:xfrm>
            <a:prstGeom prst="roundRect">
              <a:avLst>
                <a:gd name="adj" fmla="val 7470"/>
              </a:avLst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 w="25400">
              <a:solidFill>
                <a:schemeClr val="accent2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00" dirty="0"/>
            </a:p>
          </p:txBody>
        </p: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C01C3534-7EE0-E040-8B5F-B793AC874484}"/>
                </a:ext>
              </a:extLst>
            </p:cNvPr>
            <p:cNvCxnSpPr>
              <a:cxnSpLocks/>
              <a:stCxn id="14" idx="0"/>
              <a:endCxn id="77" idx="2"/>
            </p:cNvCxnSpPr>
            <p:nvPr/>
          </p:nvCxnSpPr>
          <p:spPr>
            <a:xfrm rot="5400000" flipH="1" flipV="1">
              <a:off x="8651821" y="11641172"/>
              <a:ext cx="872400" cy="296193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4BA54F45-1816-4B41-85D6-08F30F927773}"/>
                </a:ext>
              </a:extLst>
            </p:cNvPr>
            <p:cNvCxnSpPr>
              <a:cxnSpLocks/>
              <a:stCxn id="14" idx="0"/>
              <a:endCxn id="75" idx="2"/>
            </p:cNvCxnSpPr>
            <p:nvPr/>
          </p:nvCxnSpPr>
          <p:spPr>
            <a:xfrm flipV="1">
              <a:off x="7607056" y="12685937"/>
              <a:ext cx="0" cy="8724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Elbow Connector 80">
              <a:extLst>
                <a:ext uri="{FF2B5EF4-FFF2-40B4-BE49-F238E27FC236}">
                  <a16:creationId xmlns:a16="http://schemas.microsoft.com/office/drawing/2014/main" id="{BB882EB2-718D-844A-87D5-2475950846FF}"/>
                </a:ext>
              </a:extLst>
            </p:cNvPr>
            <p:cNvCxnSpPr>
              <a:cxnSpLocks/>
              <a:stCxn id="14" idx="0"/>
              <a:endCxn id="74" idx="2"/>
            </p:cNvCxnSpPr>
            <p:nvPr/>
          </p:nvCxnSpPr>
          <p:spPr>
            <a:xfrm rot="16200000" flipV="1">
              <a:off x="5689891" y="11641172"/>
              <a:ext cx="872400" cy="296193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15D0ED8C-903C-154E-85D4-70038EA5408B}"/>
                </a:ext>
              </a:extLst>
            </p:cNvPr>
            <p:cNvGrpSpPr/>
            <p:nvPr/>
          </p:nvGrpSpPr>
          <p:grpSpPr>
            <a:xfrm>
              <a:off x="6734656" y="13405937"/>
              <a:ext cx="1744800" cy="1744800"/>
              <a:chOff x="6887056" y="13405937"/>
              <a:chExt cx="1744800" cy="1744800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52BCFE2-4596-5841-B837-DCB1B96D362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87056" y="13405937"/>
                <a:ext cx="1440000" cy="144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rgbClr val="192D5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>
                  <a:solidFill>
                    <a:srgbClr val="192D51"/>
                  </a:solidFill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9CC149E-4AA0-CE4E-8415-6B653D3CA5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39456" y="13558337"/>
                <a:ext cx="1440000" cy="144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rgbClr val="192D5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>
                  <a:solidFill>
                    <a:srgbClr val="192D51"/>
                  </a:solidFill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2042F03C-BBC9-6946-8AFE-2A964726E2F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91856" y="13710737"/>
                <a:ext cx="1440000" cy="144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rgbClr val="192D5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rgbClr val="192D51"/>
                    </a:solidFill>
                  </a:rPr>
                  <a:t>Input</a:t>
                </a:r>
              </a:p>
            </p:txBody>
          </p:sp>
        </p:grpSp>
        <p:sp>
          <p:nvSpPr>
            <p:cNvPr id="74" name="Process 73">
              <a:extLst>
                <a:ext uri="{FF2B5EF4-FFF2-40B4-BE49-F238E27FC236}">
                  <a16:creationId xmlns:a16="http://schemas.microsoft.com/office/drawing/2014/main" id="{835DDAA7-D5CF-C043-BB84-FA8B7002D9B4}"/>
                </a:ext>
              </a:extLst>
            </p:cNvPr>
            <p:cNvSpPr/>
            <p:nvPr/>
          </p:nvSpPr>
          <p:spPr>
            <a:xfrm>
              <a:off x="3925126" y="12145937"/>
              <a:ext cx="1440000" cy="540000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rgbClr val="253A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253A18"/>
                  </a:solidFill>
                </a:rPr>
                <a:t>Linear</a:t>
              </a:r>
            </a:p>
          </p:txBody>
        </p:sp>
        <p:sp>
          <p:nvSpPr>
            <p:cNvPr id="75" name="Process 74">
              <a:extLst>
                <a:ext uri="{FF2B5EF4-FFF2-40B4-BE49-F238E27FC236}">
                  <a16:creationId xmlns:a16="http://schemas.microsoft.com/office/drawing/2014/main" id="{1CFBE206-23D3-414A-B04B-6E20C593A985}"/>
                </a:ext>
              </a:extLst>
            </p:cNvPr>
            <p:cNvSpPr/>
            <p:nvPr/>
          </p:nvSpPr>
          <p:spPr>
            <a:xfrm>
              <a:off x="6887056" y="12145937"/>
              <a:ext cx="1440000" cy="540000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rgbClr val="253A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253A18"/>
                  </a:solidFill>
                </a:rPr>
                <a:t>Linear</a:t>
              </a:r>
            </a:p>
          </p:txBody>
        </p:sp>
        <p:sp>
          <p:nvSpPr>
            <p:cNvPr id="77" name="Process 76">
              <a:extLst>
                <a:ext uri="{FF2B5EF4-FFF2-40B4-BE49-F238E27FC236}">
                  <a16:creationId xmlns:a16="http://schemas.microsoft.com/office/drawing/2014/main" id="{E2250DC9-EDA6-514E-9274-9A1F3BC47667}"/>
                </a:ext>
              </a:extLst>
            </p:cNvPr>
            <p:cNvSpPr/>
            <p:nvPr/>
          </p:nvSpPr>
          <p:spPr>
            <a:xfrm>
              <a:off x="9848986" y="12145937"/>
              <a:ext cx="1440000" cy="540000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rgbClr val="253A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253A18"/>
                  </a:solidFill>
                </a:rPr>
                <a:t>Linear</a:t>
              </a:r>
            </a:p>
          </p:txBody>
        </p: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1C85B2E2-0A8C-654A-A350-41DFCF478AF0}"/>
                </a:ext>
              </a:extLst>
            </p:cNvPr>
            <p:cNvCxnSpPr>
              <a:cxnSpLocks/>
              <a:stCxn id="74" idx="0"/>
            </p:cNvCxnSpPr>
            <p:nvPr/>
          </p:nvCxnSpPr>
          <p:spPr>
            <a:xfrm flipH="1" flipV="1">
              <a:off x="4643016" y="11797257"/>
              <a:ext cx="2110" cy="348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2067C8AC-7960-474F-B182-8E42BCB04F9F}"/>
                </a:ext>
              </a:extLst>
            </p:cNvPr>
            <p:cNvCxnSpPr>
              <a:cxnSpLocks/>
              <a:stCxn id="77" idx="0"/>
            </p:cNvCxnSpPr>
            <p:nvPr/>
          </p:nvCxnSpPr>
          <p:spPr>
            <a:xfrm flipV="1">
              <a:off x="10568986" y="11797257"/>
              <a:ext cx="0" cy="348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CEDE9BA6-B422-E342-AF1E-411682EB5E84}"/>
                </a:ext>
              </a:extLst>
            </p:cNvPr>
            <p:cNvCxnSpPr>
              <a:cxnSpLocks/>
              <a:stCxn id="75" idx="0"/>
            </p:cNvCxnSpPr>
            <p:nvPr/>
          </p:nvCxnSpPr>
          <p:spPr>
            <a:xfrm flipV="1">
              <a:off x="7607056" y="11797257"/>
              <a:ext cx="6440" cy="348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Elbow Connector 234">
              <a:extLst>
                <a:ext uri="{FF2B5EF4-FFF2-40B4-BE49-F238E27FC236}">
                  <a16:creationId xmlns:a16="http://schemas.microsoft.com/office/drawing/2014/main" id="{D9396411-A559-8F43-9105-A3BAA950DCA8}"/>
                </a:ext>
              </a:extLst>
            </p:cNvPr>
            <p:cNvCxnSpPr>
              <a:cxnSpLocks/>
              <a:stCxn id="238" idx="0"/>
              <a:endCxn id="282" idx="2"/>
            </p:cNvCxnSpPr>
            <p:nvPr/>
          </p:nvCxnSpPr>
          <p:spPr>
            <a:xfrm rot="5400000" flipH="1" flipV="1">
              <a:off x="4840406" y="8958465"/>
              <a:ext cx="924106" cy="1318887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Elbow Connector 235">
              <a:extLst>
                <a:ext uri="{FF2B5EF4-FFF2-40B4-BE49-F238E27FC236}">
                  <a16:creationId xmlns:a16="http://schemas.microsoft.com/office/drawing/2014/main" id="{F719A883-E1F0-B541-983B-29FD65B0A5D9}"/>
                </a:ext>
              </a:extLst>
            </p:cNvPr>
            <p:cNvCxnSpPr>
              <a:cxnSpLocks/>
              <a:stCxn id="241" idx="0"/>
              <a:endCxn id="282" idx="6"/>
            </p:cNvCxnSpPr>
            <p:nvPr/>
          </p:nvCxnSpPr>
          <p:spPr>
            <a:xfrm rot="16200000" flipV="1">
              <a:off x="6486476" y="8955282"/>
              <a:ext cx="918952" cy="1320098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Elbow Connector 244">
              <a:extLst>
                <a:ext uri="{FF2B5EF4-FFF2-40B4-BE49-F238E27FC236}">
                  <a16:creationId xmlns:a16="http://schemas.microsoft.com/office/drawing/2014/main" id="{C3F692A4-4146-8F46-A5CC-D571681BEACE}"/>
                </a:ext>
              </a:extLst>
            </p:cNvPr>
            <p:cNvCxnSpPr>
              <a:cxnSpLocks/>
              <a:stCxn id="256" idx="0"/>
              <a:endCxn id="284" idx="6"/>
            </p:cNvCxnSpPr>
            <p:nvPr/>
          </p:nvCxnSpPr>
          <p:spPr>
            <a:xfrm rot="16200000" flipV="1">
              <a:off x="8138612" y="7644433"/>
              <a:ext cx="3268348" cy="1592400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8" name="Group 277">
              <a:extLst>
                <a:ext uri="{FF2B5EF4-FFF2-40B4-BE49-F238E27FC236}">
                  <a16:creationId xmlns:a16="http://schemas.microsoft.com/office/drawing/2014/main" id="{457D5C29-F48C-8942-B13A-82379E58AA88}"/>
                </a:ext>
              </a:extLst>
            </p:cNvPr>
            <p:cNvGrpSpPr/>
            <p:nvPr/>
          </p:nvGrpSpPr>
          <p:grpSpPr>
            <a:xfrm>
              <a:off x="9696586" y="9922407"/>
              <a:ext cx="1744800" cy="1744800"/>
              <a:chOff x="9848986" y="9970091"/>
              <a:chExt cx="1744800" cy="1744800"/>
            </a:xfrm>
          </p:grpSpPr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32EEB9AA-50A1-3249-AC92-3BE485ABF2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48986" y="99700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2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5DE652DF-C70A-B043-85F1-B3A365AF5E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01386" y="101224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2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02643188-0BFA-D048-B754-C2D69E190CE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53786" y="102748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2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Value</a:t>
                </a:r>
              </a:p>
            </p:txBody>
          </p:sp>
        </p:grpSp>
        <p:grpSp>
          <p:nvGrpSpPr>
            <p:cNvPr id="280" name="Group 279">
              <a:extLst>
                <a:ext uri="{FF2B5EF4-FFF2-40B4-BE49-F238E27FC236}">
                  <a16:creationId xmlns:a16="http://schemas.microsoft.com/office/drawing/2014/main" id="{E4A32AFC-C8C3-9843-93A2-F52332255DCE}"/>
                </a:ext>
              </a:extLst>
            </p:cNvPr>
            <p:cNvGrpSpPr/>
            <p:nvPr/>
          </p:nvGrpSpPr>
          <p:grpSpPr>
            <a:xfrm>
              <a:off x="3770616" y="9927561"/>
              <a:ext cx="1744800" cy="1744800"/>
              <a:chOff x="3923016" y="9970091"/>
              <a:chExt cx="1744800" cy="1744800"/>
            </a:xfrm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4A129EA8-B337-9944-B5B7-5AADBC89026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3016" y="99700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91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0AAA7251-90AF-BD46-9D02-E2BC86D695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75416" y="101224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91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A17B5477-9D4C-9D4A-8CBB-4AAD364D493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27816" y="102748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919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Query</a:t>
                </a:r>
              </a:p>
            </p:txBody>
          </p:sp>
        </p:grpSp>
        <p:grpSp>
          <p:nvGrpSpPr>
            <p:cNvPr id="279" name="Group 278">
              <a:extLst>
                <a:ext uri="{FF2B5EF4-FFF2-40B4-BE49-F238E27FC236}">
                  <a16:creationId xmlns:a16="http://schemas.microsoft.com/office/drawing/2014/main" id="{058AEF02-1D04-0E41-8FA0-42BCC3E2F743}"/>
                </a:ext>
              </a:extLst>
            </p:cNvPr>
            <p:cNvGrpSpPr/>
            <p:nvPr/>
          </p:nvGrpSpPr>
          <p:grpSpPr>
            <a:xfrm>
              <a:off x="6733601" y="9922407"/>
              <a:ext cx="1744800" cy="1744800"/>
              <a:chOff x="6893496" y="9970091"/>
              <a:chExt cx="1744800" cy="1744800"/>
            </a:xfrm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4EF21C0E-F290-A348-A2E9-644377AA438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3496" y="99700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9437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884101E8-DB89-6949-9BEC-83AA061FDDB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45896" y="101224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9437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2D0C8E3B-5512-3E45-A449-11D56A8C71E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98296" y="102748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9437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Key</a:t>
                </a:r>
              </a:p>
            </p:txBody>
          </p:sp>
        </p:grpSp>
        <p:sp>
          <p:nvSpPr>
            <p:cNvPr id="282" name="Summing Junction 281">
              <a:extLst>
                <a:ext uri="{FF2B5EF4-FFF2-40B4-BE49-F238E27FC236}">
                  <a16:creationId xmlns:a16="http://schemas.microsoft.com/office/drawing/2014/main" id="{C9E3F28D-3186-5145-9A02-B3B5021541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61903" y="8993855"/>
              <a:ext cx="324000" cy="324000"/>
            </a:xfrm>
            <a:prstGeom prst="flowChartSummingJunction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AC3D6203-86EA-C747-B571-698FA0F276D0}"/>
                </a:ext>
              </a:extLst>
            </p:cNvPr>
            <p:cNvSpPr txBox="1"/>
            <p:nvPr/>
          </p:nvSpPr>
          <p:spPr>
            <a:xfrm>
              <a:off x="5072178" y="5612964"/>
              <a:ext cx="210138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sz="2200" b="1" dirty="0"/>
                <a:t>Attention Map</a:t>
              </a:r>
            </a:p>
          </p:txBody>
        </p:sp>
        <p:sp>
          <p:nvSpPr>
            <p:cNvPr id="284" name="Summing Junction 283">
              <a:extLst>
                <a:ext uri="{FF2B5EF4-FFF2-40B4-BE49-F238E27FC236}">
                  <a16:creationId xmlns:a16="http://schemas.microsoft.com/office/drawing/2014/main" id="{C8BE1BD2-F567-464B-8484-926974A01B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52586" y="6644459"/>
              <a:ext cx="324000" cy="324000"/>
            </a:xfrm>
            <a:prstGeom prst="flowChartSummingJunction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8AC20618-7144-2946-BA22-BDB265CDDEB7}"/>
                </a:ext>
              </a:extLst>
            </p:cNvPr>
            <p:cNvCxnSpPr>
              <a:cxnSpLocks/>
              <a:stCxn id="282" idx="0"/>
              <a:endCxn id="306" idx="2"/>
            </p:cNvCxnSpPr>
            <p:nvPr/>
          </p:nvCxnSpPr>
          <p:spPr>
            <a:xfrm flipV="1">
              <a:off x="6123903" y="7526460"/>
              <a:ext cx="0" cy="146739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TextBox 285">
              <a:extLst>
                <a:ext uri="{FF2B5EF4-FFF2-40B4-BE49-F238E27FC236}">
                  <a16:creationId xmlns:a16="http://schemas.microsoft.com/office/drawing/2014/main" id="{20EDF12C-E55E-4740-97E0-F4233E90957D}"/>
                </a:ext>
              </a:extLst>
            </p:cNvPr>
            <p:cNvSpPr txBox="1"/>
            <p:nvPr/>
          </p:nvSpPr>
          <p:spPr>
            <a:xfrm>
              <a:off x="6237374" y="8671971"/>
              <a:ext cx="18086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sz="2200" b="1" dirty="0"/>
                <a:t>Transpose</a:t>
              </a:r>
            </a:p>
          </p:txBody>
        </p:sp>
        <p:sp>
          <p:nvSpPr>
            <p:cNvPr id="287" name="TextBox 286">
              <a:extLst>
                <a:ext uri="{FF2B5EF4-FFF2-40B4-BE49-F238E27FC236}">
                  <a16:creationId xmlns:a16="http://schemas.microsoft.com/office/drawing/2014/main" id="{67139B17-5BAC-0B46-A2EF-2E4075676750}"/>
                </a:ext>
              </a:extLst>
            </p:cNvPr>
            <p:cNvSpPr txBox="1"/>
            <p:nvPr/>
          </p:nvSpPr>
          <p:spPr>
            <a:xfrm rot="16200000">
              <a:off x="5212012" y="8062628"/>
              <a:ext cx="131552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sz="2200" b="1" dirty="0"/>
                <a:t>Softmax</a:t>
              </a:r>
            </a:p>
          </p:txBody>
        </p: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E3F623DB-2328-2240-96A2-20F379911B7A}"/>
                </a:ext>
              </a:extLst>
            </p:cNvPr>
            <p:cNvGrpSpPr/>
            <p:nvPr/>
          </p:nvGrpSpPr>
          <p:grpSpPr>
            <a:xfrm>
              <a:off x="7936772" y="2384939"/>
              <a:ext cx="1744800" cy="1744800"/>
              <a:chOff x="8104186" y="3065748"/>
              <a:chExt cx="1744800" cy="1744800"/>
            </a:xfrm>
          </p:grpSpPr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521E1B76-9D54-CC4D-8E53-B060C995B0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04186" y="3065748"/>
                <a:ext cx="1440000" cy="144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4B220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>
                  <a:solidFill>
                    <a:srgbClr val="4B2209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5D122F54-4FEF-A04E-9377-E2CC6ED708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56586" y="3218148"/>
                <a:ext cx="1440000" cy="144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4B220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>
                  <a:solidFill>
                    <a:srgbClr val="4B2209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F40BDA94-AE6D-A546-B47B-EF8D9A9ED26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08986" y="3370548"/>
                <a:ext cx="1440000" cy="144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4B220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rgbClr val="4B2209"/>
                    </a:solidFill>
                  </a:rPr>
                  <a:t>Output</a:t>
                </a:r>
              </a:p>
            </p:txBody>
          </p:sp>
        </p:grpSp>
        <p:cxnSp>
          <p:nvCxnSpPr>
            <p:cNvPr id="292" name="Straight Arrow Connector 291">
              <a:extLst>
                <a:ext uri="{FF2B5EF4-FFF2-40B4-BE49-F238E27FC236}">
                  <a16:creationId xmlns:a16="http://schemas.microsoft.com/office/drawing/2014/main" id="{B6BE7BAE-AD6C-324E-8C7A-6FF9C7740CA9}"/>
                </a:ext>
              </a:extLst>
            </p:cNvPr>
            <p:cNvCxnSpPr>
              <a:cxnSpLocks/>
              <a:stCxn id="306" idx="3"/>
              <a:endCxn id="284" idx="2"/>
            </p:cNvCxnSpPr>
            <p:nvPr/>
          </p:nvCxnSpPr>
          <p:spPr>
            <a:xfrm flipV="1">
              <a:off x="6843902" y="6806459"/>
              <a:ext cx="1808684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Process 292">
              <a:extLst>
                <a:ext uri="{FF2B5EF4-FFF2-40B4-BE49-F238E27FC236}">
                  <a16:creationId xmlns:a16="http://schemas.microsoft.com/office/drawing/2014/main" id="{04AC49E8-420B-2946-8583-2610B4B25C3C}"/>
                </a:ext>
              </a:extLst>
            </p:cNvPr>
            <p:cNvSpPr/>
            <p:nvPr/>
          </p:nvSpPr>
          <p:spPr>
            <a:xfrm>
              <a:off x="8089172" y="4618485"/>
              <a:ext cx="1440000" cy="540000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rgbClr val="253A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253A18"/>
                  </a:solidFill>
                </a:rPr>
                <a:t>Linear</a:t>
              </a:r>
            </a:p>
          </p:txBody>
        </p:sp>
        <p:cxnSp>
          <p:nvCxnSpPr>
            <p:cNvPr id="294" name="Straight Arrow Connector 293">
              <a:extLst>
                <a:ext uri="{FF2B5EF4-FFF2-40B4-BE49-F238E27FC236}">
                  <a16:creationId xmlns:a16="http://schemas.microsoft.com/office/drawing/2014/main" id="{BD67CA4E-6865-8044-8DDF-E24213FAAB20}"/>
                </a:ext>
              </a:extLst>
            </p:cNvPr>
            <p:cNvCxnSpPr>
              <a:cxnSpLocks/>
              <a:stCxn id="284" idx="0"/>
              <a:endCxn id="293" idx="2"/>
            </p:cNvCxnSpPr>
            <p:nvPr/>
          </p:nvCxnSpPr>
          <p:spPr>
            <a:xfrm flipH="1" flipV="1">
              <a:off x="8809172" y="5158485"/>
              <a:ext cx="5414" cy="14859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Arrow Connector 294">
              <a:extLst>
                <a:ext uri="{FF2B5EF4-FFF2-40B4-BE49-F238E27FC236}">
                  <a16:creationId xmlns:a16="http://schemas.microsoft.com/office/drawing/2014/main" id="{DDCD5ED2-713D-FE42-89BD-35D1C435E03F}"/>
                </a:ext>
              </a:extLst>
            </p:cNvPr>
            <p:cNvCxnSpPr>
              <a:cxnSpLocks/>
              <a:stCxn id="293" idx="0"/>
            </p:cNvCxnSpPr>
            <p:nvPr/>
          </p:nvCxnSpPr>
          <p:spPr>
            <a:xfrm flipV="1">
              <a:off x="8809172" y="4274288"/>
              <a:ext cx="0" cy="3441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6" name="Group 295">
              <a:extLst>
                <a:ext uri="{FF2B5EF4-FFF2-40B4-BE49-F238E27FC236}">
                  <a16:creationId xmlns:a16="http://schemas.microsoft.com/office/drawing/2014/main" id="{F5EB4062-5161-7C43-A7D8-D6FE890F50A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403904" y="6086460"/>
              <a:ext cx="1440000" cy="1440000"/>
              <a:chOff x="13033297" y="7654672"/>
              <a:chExt cx="2160000" cy="2160000"/>
            </a:xfrm>
          </p:grpSpPr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1798623E-9A4D-8A4B-A7A0-FF1A6A293A2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033297" y="7654672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048E386A-59CA-CC41-973A-ED876B39511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753297" y="9094672"/>
                <a:ext cx="720000" cy="720000"/>
              </a:xfrm>
              <a:prstGeom prst="rect">
                <a:avLst/>
              </a:prstGeom>
              <a:solidFill>
                <a:schemeClr val="tx1">
                  <a:alpha val="1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2AD7F7DB-AA5B-9449-9349-F6A3A8EDE64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753297" y="7654672"/>
                <a:ext cx="720000" cy="720000"/>
              </a:xfrm>
              <a:prstGeom prst="rect">
                <a:avLst/>
              </a:prstGeom>
              <a:solidFill>
                <a:schemeClr val="tx1">
                  <a:alpha val="1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B7074E8B-7E64-864E-81FB-AC5E6A0A16A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73297" y="7654672"/>
                <a:ext cx="720000" cy="720000"/>
              </a:xfrm>
              <a:prstGeom prst="rect">
                <a:avLst/>
              </a:prstGeom>
              <a:solidFill>
                <a:schemeClr val="tx1">
                  <a:alpha val="3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C7F64DBD-57D0-7840-9AD2-1A5A723C3DA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753297" y="8374672"/>
                <a:ext cx="720000" cy="720000"/>
              </a:xfrm>
              <a:prstGeom prst="rect">
                <a:avLst/>
              </a:prstGeom>
              <a:solidFill>
                <a:schemeClr val="tx1">
                  <a:alpha val="4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1BE73E3A-1A51-D14D-AE50-8FD3770AE6A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033297" y="9094672"/>
                <a:ext cx="720000" cy="720000"/>
              </a:xfrm>
              <a:prstGeom prst="rect">
                <a:avLst/>
              </a:prstGeom>
              <a:solidFill>
                <a:schemeClr val="tx1">
                  <a:alpha val="2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32FC946A-CE97-0448-ADB7-6730201D67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73297" y="8374672"/>
                <a:ext cx="720000" cy="720000"/>
              </a:xfrm>
              <a:prstGeom prst="rect">
                <a:avLst/>
              </a:prstGeom>
              <a:solidFill>
                <a:schemeClr val="tx1">
                  <a:alpha val="2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5CD900EF-8EAD-0A49-A7B8-6FDA19136B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033297" y="8374672"/>
                <a:ext cx="720000" cy="720000"/>
              </a:xfrm>
              <a:prstGeom prst="rect">
                <a:avLst/>
              </a:prstGeom>
              <a:solidFill>
                <a:schemeClr val="tx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236B0745-FB0E-9140-B7F9-9CC4743A93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73297" y="9094672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692E2822-112C-1048-8515-E9DE73663D1A}"/>
                  </a:ext>
                </a:extLst>
              </p:cNvPr>
              <p:cNvSpPr/>
              <p:nvPr/>
            </p:nvSpPr>
            <p:spPr>
              <a:xfrm>
                <a:off x="13033297" y="7654672"/>
                <a:ext cx="2159997" cy="2160000"/>
              </a:xfrm>
              <a:prstGeom prst="rect">
                <a:avLst/>
              </a:prstGeom>
              <a:no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</p:grpSp>
        <p:sp>
          <p:nvSpPr>
            <p:cNvPr id="379" name="Rectangle 378">
              <a:extLst>
                <a:ext uri="{FF2B5EF4-FFF2-40B4-BE49-F238E27FC236}">
                  <a16:creationId xmlns:a16="http://schemas.microsoft.com/office/drawing/2014/main" id="{463DBE78-B7AE-1749-AB78-886DD557615F}"/>
                </a:ext>
              </a:extLst>
            </p:cNvPr>
            <p:cNvSpPr/>
            <p:nvPr/>
          </p:nvSpPr>
          <p:spPr>
            <a:xfrm>
              <a:off x="9184722" y="5496439"/>
              <a:ext cx="2249895" cy="107065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200" b="1" dirty="0">
                  <a:solidFill>
                    <a:srgbClr val="4C2209"/>
                  </a:solidFill>
                </a:rPr>
                <a:t>Nonparametric Regression</a:t>
              </a:r>
              <a:endParaRPr lang="en-US" sz="2200" dirty="0">
                <a:solidFill>
                  <a:srgbClr val="4C2209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9530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118BB68-CF9E-0C48-A3A8-AD6EF8192CCA}"/>
              </a:ext>
            </a:extLst>
          </p:cNvPr>
          <p:cNvGrpSpPr/>
          <p:nvPr/>
        </p:nvGrpSpPr>
        <p:grpSpPr>
          <a:xfrm>
            <a:off x="14330450" y="7847157"/>
            <a:ext cx="11822131" cy="6383808"/>
            <a:chOff x="1943111" y="5268226"/>
            <a:chExt cx="11822131" cy="6383808"/>
          </a:xfrm>
        </p:grpSpPr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AA74A3E4-36BF-3442-955A-3A0AF44144F0}"/>
                </a:ext>
              </a:extLst>
            </p:cNvPr>
            <p:cNvCxnSpPr>
              <a:cxnSpLocks/>
              <a:stCxn id="41" idx="3"/>
              <a:endCxn id="12" idx="1"/>
            </p:cNvCxnSpPr>
            <p:nvPr/>
          </p:nvCxnSpPr>
          <p:spPr>
            <a:xfrm>
              <a:off x="3926090" y="9777616"/>
              <a:ext cx="602163" cy="995222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A236653B-57D3-2D47-8ED0-749EBFB9D2A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642091" y="8936838"/>
                  <a:ext cx="1080000" cy="16200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25400">
                  <a:solidFill>
                    <a:srgbClr val="182A4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1" i="1" dirty="0">
                            <a:solidFill>
                              <a:srgbClr val="182A4A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</m:oMath>
                    </m:oMathPara>
                  </a14:m>
                  <a:endParaRPr lang="en-BE" sz="2200" b="1" dirty="0">
                    <a:solidFill>
                      <a:srgbClr val="182A4A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B14AC48-A522-AD4D-B6A4-049B56D8F5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091" y="8936838"/>
                  <a:ext cx="1080000" cy="1620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5400">
                  <a:solidFill>
                    <a:srgbClr val="182A4A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D7E83D-5B42-0D4C-940E-8AF43782919B}"/>
                </a:ext>
              </a:extLst>
            </p:cNvPr>
            <p:cNvSpPr/>
            <p:nvPr/>
          </p:nvSpPr>
          <p:spPr>
            <a:xfrm>
              <a:off x="4528253" y="6465298"/>
              <a:ext cx="1080000" cy="43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922BD5-39E6-3743-8F25-46598FCE88B7}"/>
                </a:ext>
              </a:extLst>
            </p:cNvPr>
            <p:cNvSpPr/>
            <p:nvPr/>
          </p:nvSpPr>
          <p:spPr>
            <a:xfrm>
              <a:off x="4528253" y="8511068"/>
              <a:ext cx="1080000" cy="43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ABB4EF8-D621-AD45-BCED-494707557EFF}"/>
                </a:ext>
              </a:extLst>
            </p:cNvPr>
            <p:cNvSpPr/>
            <p:nvPr/>
          </p:nvSpPr>
          <p:spPr>
            <a:xfrm>
              <a:off x="4528253" y="10556838"/>
              <a:ext cx="1080000" cy="432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72EEA27-3467-E842-94BB-53909A9D0CD7}"/>
                </a:ext>
              </a:extLst>
            </p:cNvPr>
            <p:cNvCxnSpPr>
              <a:cxnSpLocks/>
              <a:stCxn id="10" idx="3"/>
              <a:endCxn id="17" idx="1"/>
            </p:cNvCxnSpPr>
            <p:nvPr/>
          </p:nvCxnSpPr>
          <p:spPr>
            <a:xfrm>
              <a:off x="5608253" y="6681298"/>
              <a:ext cx="46945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90D37DE-CE5A-8347-B0B4-23216FC058E1}"/>
                </a:ext>
              </a:extLst>
            </p:cNvPr>
            <p:cNvCxnSpPr>
              <a:cxnSpLocks/>
              <a:stCxn id="11" idx="3"/>
              <a:endCxn id="18" idx="1"/>
            </p:cNvCxnSpPr>
            <p:nvPr/>
          </p:nvCxnSpPr>
          <p:spPr>
            <a:xfrm>
              <a:off x="5608253" y="8727068"/>
              <a:ext cx="469453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AA4AD9B-4A17-244F-A294-00CA194082C2}"/>
                </a:ext>
              </a:extLst>
            </p:cNvPr>
            <p:cNvCxnSpPr>
              <a:cxnSpLocks/>
              <a:stCxn id="12" idx="3"/>
              <a:endCxn id="16" idx="1"/>
            </p:cNvCxnSpPr>
            <p:nvPr/>
          </p:nvCxnSpPr>
          <p:spPr>
            <a:xfrm flipV="1">
              <a:off x="5608253" y="10772837"/>
              <a:ext cx="469453" cy="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02AA23A-34FC-AC4C-996F-C97BB1856EE9}"/>
                </a:ext>
              </a:extLst>
            </p:cNvPr>
            <p:cNvSpPr>
              <a:spLocks/>
            </p:cNvSpPr>
            <p:nvPr/>
          </p:nvSpPr>
          <p:spPr>
            <a:xfrm>
              <a:off x="6077706" y="9962837"/>
              <a:ext cx="1080000" cy="162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FF26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Value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774DEAA-9D62-E148-B4ED-2B7C9045134A}"/>
                </a:ext>
              </a:extLst>
            </p:cNvPr>
            <p:cNvSpPr>
              <a:spLocks/>
            </p:cNvSpPr>
            <p:nvPr/>
          </p:nvSpPr>
          <p:spPr>
            <a:xfrm>
              <a:off x="6077706" y="5871298"/>
              <a:ext cx="1080000" cy="162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91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Query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99D3EBD-5D91-C843-919E-03392B0CAE08}"/>
                </a:ext>
              </a:extLst>
            </p:cNvPr>
            <p:cNvSpPr>
              <a:spLocks/>
            </p:cNvSpPr>
            <p:nvPr/>
          </p:nvSpPr>
          <p:spPr>
            <a:xfrm>
              <a:off x="6077706" y="7917068"/>
              <a:ext cx="1080000" cy="1620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9437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200" b="1" dirty="0">
                  <a:solidFill>
                    <a:schemeClr val="tx1"/>
                  </a:solidFill>
                </a:rPr>
                <a:t>Key</a:t>
              </a:r>
            </a:p>
          </p:txBody>
        </p:sp>
        <p:cxnSp>
          <p:nvCxnSpPr>
            <p:cNvPr id="19" name="Elbow Connector 18">
              <a:extLst>
                <a:ext uri="{FF2B5EF4-FFF2-40B4-BE49-F238E27FC236}">
                  <a16:creationId xmlns:a16="http://schemas.microsoft.com/office/drawing/2014/main" id="{382135CA-86CD-414C-9050-D6D412B70D98}"/>
                </a:ext>
              </a:extLst>
            </p:cNvPr>
            <p:cNvCxnSpPr>
              <a:cxnSpLocks/>
              <a:stCxn id="41" idx="3"/>
              <a:endCxn id="11" idx="1"/>
            </p:cNvCxnSpPr>
            <p:nvPr/>
          </p:nvCxnSpPr>
          <p:spPr>
            <a:xfrm flipV="1">
              <a:off x="3926090" y="8727068"/>
              <a:ext cx="602163" cy="105054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2F739AA-E98F-B742-8C54-99B896A173F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642091" y="5871298"/>
                  <a:ext cx="1080000" cy="1620000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 w="25400">
                  <a:solidFill>
                    <a:srgbClr val="182A4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b="1" i="1">
                            <a:solidFill>
                              <a:srgbClr val="182A4A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BE" sz="2200" b="1" dirty="0">
                    <a:solidFill>
                      <a:srgbClr val="182A4A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8188F38B-E0F3-5641-8F44-49A78A8226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2091" y="5871298"/>
                  <a:ext cx="1080000" cy="1620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5400">
                  <a:solidFill>
                    <a:srgbClr val="182A4A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7375FD37-2246-1145-9827-0912AC6F3443}"/>
                </a:ext>
              </a:extLst>
            </p:cNvPr>
            <p:cNvSpPr/>
            <p:nvPr/>
          </p:nvSpPr>
          <p:spPr>
            <a:xfrm>
              <a:off x="7486396" y="5566498"/>
              <a:ext cx="4660409" cy="6033448"/>
            </a:xfrm>
            <a:prstGeom prst="roundRect">
              <a:avLst>
                <a:gd name="adj" fmla="val 6651"/>
              </a:avLst>
            </a:prstGeom>
            <a:solidFill>
              <a:schemeClr val="accent2">
                <a:lumMod val="20000"/>
                <a:lumOff val="80000"/>
                <a:alpha val="50000"/>
              </a:schemeClr>
            </a:solidFill>
            <a:ln w="25400">
              <a:solidFill>
                <a:schemeClr val="accent2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2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3F3B582-C992-E34E-89B6-7E3F7883AC4D}"/>
                </a:ext>
              </a:extLst>
            </p:cNvPr>
            <p:cNvSpPr/>
            <p:nvPr/>
          </p:nvSpPr>
          <p:spPr>
            <a:xfrm>
              <a:off x="7997584" y="10898085"/>
              <a:ext cx="3463458" cy="75394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200" b="1" dirty="0">
                  <a:solidFill>
                    <a:srgbClr val="4C2209"/>
                  </a:solidFill>
                </a:rPr>
                <a:t>Nonparametric Regression</a:t>
              </a:r>
              <a:endParaRPr lang="en-US" sz="2200" dirty="0">
                <a:solidFill>
                  <a:srgbClr val="4C2209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D400442-295F-5641-BF72-16CAEB17F21C}"/>
                </a:ext>
              </a:extLst>
            </p:cNvPr>
            <p:cNvSpPr>
              <a:spLocks/>
            </p:cNvSpPr>
            <p:nvPr/>
          </p:nvSpPr>
          <p:spPr>
            <a:xfrm>
              <a:off x="12685242" y="8763068"/>
              <a:ext cx="1080000" cy="16200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25400">
              <a:solidFill>
                <a:srgbClr val="4C220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BE" sz="2200" b="1" dirty="0">
                  <a:solidFill>
                    <a:srgbClr val="4C2209"/>
                  </a:solidFill>
                </a:rPr>
                <a:t>Output</a:t>
              </a:r>
            </a:p>
          </p:txBody>
        </p:sp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1AC06343-72E9-AF45-9730-C78F966E640D}"/>
                </a:ext>
              </a:extLst>
            </p:cNvPr>
            <p:cNvCxnSpPr>
              <a:cxnSpLocks/>
              <a:stCxn id="17" idx="3"/>
              <a:endCxn id="34" idx="0"/>
            </p:cNvCxnSpPr>
            <p:nvPr/>
          </p:nvCxnSpPr>
          <p:spPr>
            <a:xfrm>
              <a:off x="7157706" y="6681298"/>
              <a:ext cx="1875690" cy="782318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Elbow Connector 24">
              <a:extLst>
                <a:ext uri="{FF2B5EF4-FFF2-40B4-BE49-F238E27FC236}">
                  <a16:creationId xmlns:a16="http://schemas.microsoft.com/office/drawing/2014/main" id="{3EAA6CF3-3868-F144-AF93-FC15CB43966E}"/>
                </a:ext>
              </a:extLst>
            </p:cNvPr>
            <p:cNvCxnSpPr>
              <a:cxnSpLocks/>
              <a:stCxn id="18" idx="3"/>
              <a:endCxn id="34" idx="4"/>
            </p:cNvCxnSpPr>
            <p:nvPr/>
          </p:nvCxnSpPr>
          <p:spPr>
            <a:xfrm flipV="1">
              <a:off x="7157706" y="7787616"/>
              <a:ext cx="1875690" cy="939452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019EE06-5BBC-834E-95B5-7826A1EF8A5B}"/>
                </a:ext>
              </a:extLst>
            </p:cNvPr>
            <p:cNvSpPr txBox="1"/>
            <p:nvPr/>
          </p:nvSpPr>
          <p:spPr>
            <a:xfrm>
              <a:off x="9987492" y="6412941"/>
              <a:ext cx="233683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sz="2200" b="1" dirty="0"/>
                <a:t>Attention Map</a:t>
              </a:r>
            </a:p>
          </p:txBody>
        </p:sp>
        <p:sp>
          <p:nvSpPr>
            <p:cNvPr id="27" name="Summing Junction 26">
              <a:extLst>
                <a:ext uri="{FF2B5EF4-FFF2-40B4-BE49-F238E27FC236}">
                  <a16:creationId xmlns:a16="http://schemas.microsoft.com/office/drawing/2014/main" id="{CF187BFF-48B4-D044-8552-AF239F7CC8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993911" y="9411068"/>
              <a:ext cx="324000" cy="324000"/>
            </a:xfrm>
            <a:prstGeom prst="flowChartSummingJunction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cxnSp>
          <p:nvCxnSpPr>
            <p:cNvPr id="28" name="Elbow Connector 27">
              <a:extLst>
                <a:ext uri="{FF2B5EF4-FFF2-40B4-BE49-F238E27FC236}">
                  <a16:creationId xmlns:a16="http://schemas.microsoft.com/office/drawing/2014/main" id="{9DFB4108-3087-B343-8876-044655BDCC6C}"/>
                </a:ext>
              </a:extLst>
            </p:cNvPr>
            <p:cNvCxnSpPr>
              <a:cxnSpLocks/>
              <a:stCxn id="16" idx="3"/>
              <a:endCxn id="27" idx="4"/>
            </p:cNvCxnSpPr>
            <p:nvPr/>
          </p:nvCxnSpPr>
          <p:spPr>
            <a:xfrm flipV="1">
              <a:off x="7157706" y="9735068"/>
              <a:ext cx="3998205" cy="1037769"/>
            </a:xfrm>
            <a:prstGeom prst="bentConnector2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FBB5F85-0C62-6A41-B49B-FB2042A1ED06}"/>
                </a:ext>
              </a:extLst>
            </p:cNvPr>
            <p:cNvCxnSpPr>
              <a:cxnSpLocks/>
              <a:stCxn id="27" idx="6"/>
            </p:cNvCxnSpPr>
            <p:nvPr/>
          </p:nvCxnSpPr>
          <p:spPr>
            <a:xfrm>
              <a:off x="11317911" y="9573068"/>
              <a:ext cx="1194191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D6B89DF-BD83-1D44-9051-5B6D99C1ED77}"/>
                </a:ext>
              </a:extLst>
            </p:cNvPr>
            <p:cNvSpPr txBox="1"/>
            <p:nvPr/>
          </p:nvSpPr>
          <p:spPr>
            <a:xfrm>
              <a:off x="8974537" y="7156317"/>
              <a:ext cx="165165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sz="2200" b="1" dirty="0"/>
                <a:t>Softmax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44B16FA8-F17E-D04B-985C-8D9B19E981FF}"/>
                </a:ext>
              </a:extLst>
            </p:cNvPr>
            <p:cNvCxnSpPr>
              <a:cxnSpLocks/>
              <a:endCxn id="49" idx="1"/>
            </p:cNvCxnSpPr>
            <p:nvPr/>
          </p:nvCxnSpPr>
          <p:spPr>
            <a:xfrm flipV="1">
              <a:off x="9237926" y="7622372"/>
              <a:ext cx="1197987" cy="324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A11DDA82-094B-BA49-A32B-EA0F1D94B741}"/>
                </a:ext>
              </a:extLst>
            </p:cNvPr>
            <p:cNvCxnSpPr>
              <a:cxnSpLocks/>
              <a:stCxn id="51" idx="2"/>
              <a:endCxn id="27" idx="0"/>
            </p:cNvCxnSpPr>
            <p:nvPr/>
          </p:nvCxnSpPr>
          <p:spPr>
            <a:xfrm flipH="1">
              <a:off x="11155911" y="8342372"/>
              <a:ext cx="1" cy="10686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3AFE4C6-BF4D-5E40-9D6C-951F90F56C2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0435913" y="6902372"/>
              <a:ext cx="1440000" cy="1440000"/>
              <a:chOff x="13033297" y="7654672"/>
              <a:chExt cx="2160000" cy="216000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02D2008-B3B3-714E-B61F-F4BD60D78B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033297" y="7654672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0685209-6FCB-F348-AB58-F3CFAF948B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753297" y="9094672"/>
                <a:ext cx="720000" cy="720000"/>
              </a:xfrm>
              <a:prstGeom prst="rect">
                <a:avLst/>
              </a:prstGeom>
              <a:solidFill>
                <a:schemeClr val="tx1">
                  <a:alpha val="1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C656736D-ADB0-474A-BC37-FCB9B56832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753297" y="7654672"/>
                <a:ext cx="720000" cy="720000"/>
              </a:xfrm>
              <a:prstGeom prst="rect">
                <a:avLst/>
              </a:prstGeom>
              <a:solidFill>
                <a:schemeClr val="tx1">
                  <a:alpha val="1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37E5DD3-5752-EC4D-A39E-D34A76B171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73297" y="7654672"/>
                <a:ext cx="720000" cy="720000"/>
              </a:xfrm>
              <a:prstGeom prst="rect">
                <a:avLst/>
              </a:prstGeom>
              <a:solidFill>
                <a:schemeClr val="tx1">
                  <a:alpha val="3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4C5561B-2F27-B447-BC91-D002EA79C13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753297" y="8374672"/>
                <a:ext cx="720000" cy="720000"/>
              </a:xfrm>
              <a:prstGeom prst="rect">
                <a:avLst/>
              </a:prstGeom>
              <a:solidFill>
                <a:schemeClr val="tx1">
                  <a:alpha val="4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9CEC4AC-2523-034F-9434-04B50D09802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033297" y="9094672"/>
                <a:ext cx="720000" cy="720000"/>
              </a:xfrm>
              <a:prstGeom prst="rect">
                <a:avLst/>
              </a:prstGeom>
              <a:solidFill>
                <a:schemeClr val="tx1">
                  <a:alpha val="2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8FEEB984-570D-D044-9002-3634F6570D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73297" y="8374672"/>
                <a:ext cx="720000" cy="720000"/>
              </a:xfrm>
              <a:prstGeom prst="rect">
                <a:avLst/>
              </a:prstGeom>
              <a:solidFill>
                <a:schemeClr val="tx1">
                  <a:alpha val="2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F44642F3-B360-1A41-9BDA-CF6BFB67B91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3033297" y="8374672"/>
                <a:ext cx="720000" cy="720000"/>
              </a:xfrm>
              <a:prstGeom prst="rect">
                <a:avLst/>
              </a:prstGeom>
              <a:solidFill>
                <a:schemeClr val="tx1">
                  <a:alpha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D21A743-35A2-544A-AB3D-0FD18D12D65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473297" y="9094672"/>
                <a:ext cx="720000" cy="720000"/>
              </a:xfrm>
              <a:prstGeom prst="rect">
                <a:avLst/>
              </a:prstGeom>
              <a:solidFill>
                <a:schemeClr val="tx1">
                  <a:alpha val="6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7ABCB941-96E3-2348-A2F2-06C7BA74AFB7}"/>
                  </a:ext>
                </a:extLst>
              </p:cNvPr>
              <p:cNvSpPr/>
              <p:nvPr/>
            </p:nvSpPr>
            <p:spPr>
              <a:xfrm>
                <a:off x="13033297" y="7654672"/>
                <a:ext cx="2159997" cy="2160000"/>
              </a:xfrm>
              <a:prstGeom prst="rect">
                <a:avLst/>
              </a:prstGeom>
              <a:noFill/>
              <a:ln w="508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200"/>
              </a:p>
            </p:txBody>
          </p:sp>
        </p:grpSp>
        <p:sp>
          <p:nvSpPr>
            <p:cNvPr id="34" name="Summing Junction 33">
              <a:extLst>
                <a:ext uri="{FF2B5EF4-FFF2-40B4-BE49-F238E27FC236}">
                  <a16:creationId xmlns:a16="http://schemas.microsoft.com/office/drawing/2014/main" id="{E7F66C39-8B49-394D-B441-277516C0F9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71396" y="7463616"/>
              <a:ext cx="324000" cy="324000"/>
            </a:xfrm>
            <a:prstGeom prst="flowChartSummingJunction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BE" sz="2200" b="1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03783F1-8BCA-074F-A095-3EBE81B31D5A}"/>
                </a:ext>
              </a:extLst>
            </p:cNvPr>
            <p:cNvSpPr txBox="1"/>
            <p:nvPr/>
          </p:nvSpPr>
          <p:spPr>
            <a:xfrm>
              <a:off x="7351688" y="8010087"/>
              <a:ext cx="176207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sz="2200" b="1" dirty="0"/>
                <a:t>Transpose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EFBFC18-2269-014B-A6FA-9568ABC0D5A3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3919656" y="6681298"/>
              <a:ext cx="60859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6E1A7E76-BDB2-D941-9077-D14C117ED060}"/>
                </a:ext>
              </a:extLst>
            </p:cNvPr>
            <p:cNvCxnSpPr>
              <a:cxnSpLocks/>
            </p:cNvCxnSpPr>
            <p:nvPr/>
          </p:nvCxnSpPr>
          <p:spPr>
            <a:xfrm>
              <a:off x="2432476" y="5937650"/>
              <a:ext cx="0" cy="1525966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AE1054F-FDDC-8548-BA6F-63117F63DBFE}"/>
                </a:ext>
              </a:extLst>
            </p:cNvPr>
            <p:cNvSpPr txBox="1"/>
            <p:nvPr/>
          </p:nvSpPr>
          <p:spPr>
            <a:xfrm>
              <a:off x="2432476" y="5268226"/>
              <a:ext cx="141266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BE" sz="2200" b="1" dirty="0"/>
                <a:t>Channel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980DBFD-B846-A448-A6C8-2EA87C98D62F}"/>
                </a:ext>
              </a:extLst>
            </p:cNvPr>
            <p:cNvSpPr txBox="1"/>
            <p:nvPr/>
          </p:nvSpPr>
          <p:spPr>
            <a:xfrm>
              <a:off x="1943111" y="6086475"/>
              <a:ext cx="523220" cy="1185109"/>
            </a:xfrm>
            <a:prstGeom prst="rect">
              <a:avLst/>
            </a:prstGeom>
            <a:noFill/>
          </p:spPr>
          <p:txBody>
            <a:bodyPr vert="vert270" wrap="square" rtlCol="0">
              <a:spAutoFit/>
            </a:bodyPr>
            <a:lstStyle/>
            <a:p>
              <a:pPr algn="ctr"/>
              <a:r>
                <a:rPr lang="en-BE" sz="2200" b="1" dirty="0"/>
                <a:t>Position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A0853CB-104E-E041-9B59-01CB789FF0A3}"/>
                </a:ext>
              </a:extLst>
            </p:cNvPr>
            <p:cNvCxnSpPr>
              <a:cxnSpLocks/>
            </p:cNvCxnSpPr>
            <p:nvPr/>
          </p:nvCxnSpPr>
          <p:spPr>
            <a:xfrm>
              <a:off x="2677825" y="5677026"/>
              <a:ext cx="104309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49099E6-B051-3249-87B1-0A017A1671E3}"/>
                </a:ext>
              </a:extLst>
            </p:cNvPr>
            <p:cNvSpPr txBox="1"/>
            <p:nvPr/>
          </p:nvSpPr>
          <p:spPr>
            <a:xfrm>
              <a:off x="3096636" y="9562172"/>
              <a:ext cx="82945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843002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roup 274">
            <a:extLst>
              <a:ext uri="{FF2B5EF4-FFF2-40B4-BE49-F238E27FC236}">
                <a16:creationId xmlns:a16="http://schemas.microsoft.com/office/drawing/2014/main" id="{A3BD8636-27FB-5749-891E-E1B09819996F}"/>
              </a:ext>
            </a:extLst>
          </p:cNvPr>
          <p:cNvGrpSpPr/>
          <p:nvPr/>
        </p:nvGrpSpPr>
        <p:grpSpPr>
          <a:xfrm>
            <a:off x="16370604" y="8593525"/>
            <a:ext cx="7670770" cy="10156868"/>
            <a:chOff x="3770616" y="4993869"/>
            <a:chExt cx="7670770" cy="10156868"/>
          </a:xfrm>
        </p:grpSpPr>
        <p:cxnSp>
          <p:nvCxnSpPr>
            <p:cNvPr id="269" name="Straight Arrow Connector 268">
              <a:extLst>
                <a:ext uri="{FF2B5EF4-FFF2-40B4-BE49-F238E27FC236}">
                  <a16:creationId xmlns:a16="http://schemas.microsoft.com/office/drawing/2014/main" id="{DCC344EA-4531-E84B-BDA3-42B0C6922D5E}"/>
                </a:ext>
              </a:extLst>
            </p:cNvPr>
            <p:cNvCxnSpPr>
              <a:cxnSpLocks/>
              <a:stCxn id="257" idx="0"/>
              <a:endCxn id="268" idx="2"/>
            </p:cNvCxnSpPr>
            <p:nvPr/>
          </p:nvCxnSpPr>
          <p:spPr>
            <a:xfrm flipV="1">
              <a:off x="7606001" y="9205442"/>
              <a:ext cx="7495" cy="86936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Elbow Connector 213">
              <a:extLst>
                <a:ext uri="{FF2B5EF4-FFF2-40B4-BE49-F238E27FC236}">
                  <a16:creationId xmlns:a16="http://schemas.microsoft.com/office/drawing/2014/main" id="{F091FE50-F4D9-274D-A352-A6102B65C60C}"/>
                </a:ext>
              </a:extLst>
            </p:cNvPr>
            <p:cNvCxnSpPr>
              <a:cxnSpLocks/>
              <a:stCxn id="266" idx="0"/>
              <a:endCxn id="220" idx="2"/>
            </p:cNvCxnSpPr>
            <p:nvPr/>
          </p:nvCxnSpPr>
          <p:spPr>
            <a:xfrm rot="5400000" flipH="1" flipV="1">
              <a:off x="8651821" y="11641172"/>
              <a:ext cx="872400" cy="296193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>
                  <a:alpha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Arrow Connector 214">
              <a:extLst>
                <a:ext uri="{FF2B5EF4-FFF2-40B4-BE49-F238E27FC236}">
                  <a16:creationId xmlns:a16="http://schemas.microsoft.com/office/drawing/2014/main" id="{7130BF62-45E9-5349-9AA2-BFFD77F08A58}"/>
                </a:ext>
              </a:extLst>
            </p:cNvPr>
            <p:cNvCxnSpPr>
              <a:cxnSpLocks/>
              <a:stCxn id="266" idx="0"/>
              <a:endCxn id="219" idx="2"/>
            </p:cNvCxnSpPr>
            <p:nvPr/>
          </p:nvCxnSpPr>
          <p:spPr>
            <a:xfrm flipV="1">
              <a:off x="7607056" y="12685937"/>
              <a:ext cx="0" cy="8724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Elbow Connector 215">
              <a:extLst>
                <a:ext uri="{FF2B5EF4-FFF2-40B4-BE49-F238E27FC236}">
                  <a16:creationId xmlns:a16="http://schemas.microsoft.com/office/drawing/2014/main" id="{AE4C8863-EF83-F841-B097-D1AD3C662972}"/>
                </a:ext>
              </a:extLst>
            </p:cNvPr>
            <p:cNvCxnSpPr>
              <a:cxnSpLocks/>
              <a:stCxn id="266" idx="0"/>
              <a:endCxn id="218" idx="2"/>
            </p:cNvCxnSpPr>
            <p:nvPr/>
          </p:nvCxnSpPr>
          <p:spPr>
            <a:xfrm rot="16200000" flipV="1">
              <a:off x="5689891" y="11641172"/>
              <a:ext cx="872400" cy="2961930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>
                  <a:alpha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B22AA43A-2CE3-1042-A757-D0BC8610AE63}"/>
                </a:ext>
              </a:extLst>
            </p:cNvPr>
            <p:cNvGrpSpPr/>
            <p:nvPr/>
          </p:nvGrpSpPr>
          <p:grpSpPr>
            <a:xfrm>
              <a:off x="6734656" y="13405937"/>
              <a:ext cx="1744800" cy="1744800"/>
              <a:chOff x="6887056" y="13405937"/>
              <a:chExt cx="1744800" cy="1744800"/>
            </a:xfrm>
          </p:grpSpPr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D51165B7-F9DA-2749-86D5-A9992DBAA74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87056" y="13405937"/>
                <a:ext cx="1440000" cy="144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rgbClr val="192D5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>
                  <a:solidFill>
                    <a:srgbClr val="192D51"/>
                  </a:solidFill>
                </a:endParaRP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F4C3303E-007A-D547-BEAD-3C8EA72C02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39456" y="13558337"/>
                <a:ext cx="1440000" cy="144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rgbClr val="192D5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>
                  <a:solidFill>
                    <a:srgbClr val="192D51"/>
                  </a:solidFill>
                </a:endParaRP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9F1708E2-9315-F14E-8A98-25840DE7CC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91856" y="13710737"/>
                <a:ext cx="1440000" cy="1440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25400">
                <a:solidFill>
                  <a:srgbClr val="192D5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rgbClr val="192D51"/>
                    </a:solidFill>
                  </a:rPr>
                  <a:t>Input</a:t>
                </a:r>
              </a:p>
            </p:txBody>
          </p:sp>
        </p:grpSp>
        <p:sp>
          <p:nvSpPr>
            <p:cNvPr id="218" name="Process 217">
              <a:extLst>
                <a:ext uri="{FF2B5EF4-FFF2-40B4-BE49-F238E27FC236}">
                  <a16:creationId xmlns:a16="http://schemas.microsoft.com/office/drawing/2014/main" id="{DDF68557-E457-0D4F-B662-BC58E0A0DA7A}"/>
                </a:ext>
              </a:extLst>
            </p:cNvPr>
            <p:cNvSpPr/>
            <p:nvPr/>
          </p:nvSpPr>
          <p:spPr>
            <a:xfrm>
              <a:off x="3925126" y="12145937"/>
              <a:ext cx="1440000" cy="540000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25400">
              <a:solidFill>
                <a:srgbClr val="253A18">
                  <a:alpha val="5000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253A18">
                      <a:alpha val="50000"/>
                    </a:srgbClr>
                  </a:solidFill>
                </a:rPr>
                <a:t>Linear</a:t>
              </a:r>
            </a:p>
          </p:txBody>
        </p:sp>
        <p:sp>
          <p:nvSpPr>
            <p:cNvPr id="219" name="Process 218">
              <a:extLst>
                <a:ext uri="{FF2B5EF4-FFF2-40B4-BE49-F238E27FC236}">
                  <a16:creationId xmlns:a16="http://schemas.microsoft.com/office/drawing/2014/main" id="{40704751-FE21-F648-BB24-96EC0DD50572}"/>
                </a:ext>
              </a:extLst>
            </p:cNvPr>
            <p:cNvSpPr/>
            <p:nvPr/>
          </p:nvSpPr>
          <p:spPr>
            <a:xfrm>
              <a:off x="6887056" y="12145937"/>
              <a:ext cx="1440000" cy="540000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rgbClr val="253A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253A18"/>
                  </a:solidFill>
                </a:rPr>
                <a:t>Linear</a:t>
              </a:r>
            </a:p>
          </p:txBody>
        </p:sp>
        <p:sp>
          <p:nvSpPr>
            <p:cNvPr id="220" name="Process 219">
              <a:extLst>
                <a:ext uri="{FF2B5EF4-FFF2-40B4-BE49-F238E27FC236}">
                  <a16:creationId xmlns:a16="http://schemas.microsoft.com/office/drawing/2014/main" id="{36AC041A-C86B-AB48-8915-B91133B50525}"/>
                </a:ext>
              </a:extLst>
            </p:cNvPr>
            <p:cNvSpPr/>
            <p:nvPr/>
          </p:nvSpPr>
          <p:spPr>
            <a:xfrm>
              <a:off x="9848986" y="12145937"/>
              <a:ext cx="1440000" cy="540000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  <a:alpha val="50000"/>
              </a:schemeClr>
            </a:solidFill>
            <a:ln w="25400">
              <a:solidFill>
                <a:srgbClr val="253A18">
                  <a:alpha val="50000"/>
                </a:srgb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253A18">
                      <a:alpha val="50000"/>
                    </a:srgbClr>
                  </a:solidFill>
                </a:rPr>
                <a:t>Linear</a:t>
              </a:r>
            </a:p>
          </p:txBody>
        </p:sp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C7609D91-1180-424A-9B1E-288796252BA3}"/>
                </a:ext>
              </a:extLst>
            </p:cNvPr>
            <p:cNvCxnSpPr>
              <a:cxnSpLocks/>
              <a:stCxn id="218" idx="0"/>
            </p:cNvCxnSpPr>
            <p:nvPr/>
          </p:nvCxnSpPr>
          <p:spPr>
            <a:xfrm flipH="1" flipV="1">
              <a:off x="4643016" y="11797257"/>
              <a:ext cx="2110" cy="348680"/>
            </a:xfrm>
            <a:prstGeom prst="straightConnector1">
              <a:avLst/>
            </a:prstGeom>
            <a:ln w="25400">
              <a:solidFill>
                <a:schemeClr val="tx1">
                  <a:alpha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665326A3-B4D2-4D46-BDFD-777226047184}"/>
                </a:ext>
              </a:extLst>
            </p:cNvPr>
            <p:cNvCxnSpPr>
              <a:cxnSpLocks/>
              <a:stCxn id="220" idx="0"/>
            </p:cNvCxnSpPr>
            <p:nvPr/>
          </p:nvCxnSpPr>
          <p:spPr>
            <a:xfrm flipV="1">
              <a:off x="10568986" y="11797257"/>
              <a:ext cx="0" cy="348680"/>
            </a:xfrm>
            <a:prstGeom prst="straightConnector1">
              <a:avLst/>
            </a:prstGeom>
            <a:ln w="25400">
              <a:solidFill>
                <a:schemeClr val="tx1">
                  <a:alpha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>
              <a:extLst>
                <a:ext uri="{FF2B5EF4-FFF2-40B4-BE49-F238E27FC236}">
                  <a16:creationId xmlns:a16="http://schemas.microsoft.com/office/drawing/2014/main" id="{F03F8802-683B-B147-9216-45D558E348CF}"/>
                </a:ext>
              </a:extLst>
            </p:cNvPr>
            <p:cNvCxnSpPr>
              <a:cxnSpLocks/>
              <a:stCxn id="219" idx="0"/>
            </p:cNvCxnSpPr>
            <p:nvPr/>
          </p:nvCxnSpPr>
          <p:spPr>
            <a:xfrm flipV="1">
              <a:off x="7607056" y="11797257"/>
              <a:ext cx="6440" cy="3486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lbow Connector 223">
              <a:extLst>
                <a:ext uri="{FF2B5EF4-FFF2-40B4-BE49-F238E27FC236}">
                  <a16:creationId xmlns:a16="http://schemas.microsoft.com/office/drawing/2014/main" id="{1004D08F-34B8-8A4A-8700-6AEB85297A3B}"/>
                </a:ext>
              </a:extLst>
            </p:cNvPr>
            <p:cNvCxnSpPr>
              <a:cxnSpLocks/>
              <a:stCxn id="260" idx="0"/>
              <a:endCxn id="268" idx="1"/>
            </p:cNvCxnSpPr>
            <p:nvPr/>
          </p:nvCxnSpPr>
          <p:spPr>
            <a:xfrm rot="5400000" flipH="1" flipV="1">
              <a:off x="4952997" y="8535462"/>
              <a:ext cx="1234519" cy="1854480"/>
            </a:xfrm>
            <a:prstGeom prst="bentConnector2">
              <a:avLst/>
            </a:prstGeom>
            <a:ln w="25400">
              <a:solidFill>
                <a:schemeClr val="tx1">
                  <a:alpha val="49734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Elbow Connector 225">
              <a:extLst>
                <a:ext uri="{FF2B5EF4-FFF2-40B4-BE49-F238E27FC236}">
                  <a16:creationId xmlns:a16="http://schemas.microsoft.com/office/drawing/2014/main" id="{4012DD72-EAE7-E342-9863-4D89FBDE8E6E}"/>
                </a:ext>
              </a:extLst>
            </p:cNvPr>
            <p:cNvCxnSpPr>
              <a:cxnSpLocks/>
              <a:stCxn id="263" idx="0"/>
              <a:endCxn id="268" idx="3"/>
            </p:cNvCxnSpPr>
            <p:nvPr/>
          </p:nvCxnSpPr>
          <p:spPr>
            <a:xfrm rot="16200000" flipV="1">
              <a:off x="9034559" y="8540380"/>
              <a:ext cx="1229365" cy="1839490"/>
            </a:xfrm>
            <a:prstGeom prst="bentConnector2">
              <a:avLst/>
            </a:prstGeom>
            <a:ln w="25400">
              <a:solidFill>
                <a:schemeClr val="tx1">
                  <a:alpha val="50000"/>
                </a:schemeClr>
              </a:solidFill>
              <a:prstDash val="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7" name="Group 226">
              <a:extLst>
                <a:ext uri="{FF2B5EF4-FFF2-40B4-BE49-F238E27FC236}">
                  <a16:creationId xmlns:a16="http://schemas.microsoft.com/office/drawing/2014/main" id="{74A60153-9C62-1A4B-9E56-0EBEF649FBFF}"/>
                </a:ext>
              </a:extLst>
            </p:cNvPr>
            <p:cNvGrpSpPr/>
            <p:nvPr/>
          </p:nvGrpSpPr>
          <p:grpSpPr>
            <a:xfrm>
              <a:off x="9696586" y="9922407"/>
              <a:ext cx="1744800" cy="1744800"/>
              <a:chOff x="9848986" y="9970091"/>
              <a:chExt cx="1744800" cy="1744800"/>
            </a:xfrm>
          </p:grpSpPr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CA851CF3-70B4-2A41-AE54-6759ABEBEB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848986" y="99700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2600">
                    <a:alpha val="50000"/>
                  </a:srgb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2FD8474D-457E-BA40-8B47-9C4D714A268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01386" y="101224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2600">
                    <a:alpha val="50000"/>
                  </a:srgb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9134936B-4BC5-C642-8713-692E58E1D10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153786" y="102748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2600">
                    <a:alpha val="50000"/>
                  </a:srgb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chemeClr val="tx1">
                        <a:alpha val="50000"/>
                      </a:schemeClr>
                    </a:solidFill>
                  </a:rPr>
                  <a:t>Value</a:t>
                </a:r>
              </a:p>
            </p:txBody>
          </p:sp>
        </p:grpSp>
        <p:grpSp>
          <p:nvGrpSpPr>
            <p:cNvPr id="228" name="Group 227">
              <a:extLst>
                <a:ext uri="{FF2B5EF4-FFF2-40B4-BE49-F238E27FC236}">
                  <a16:creationId xmlns:a16="http://schemas.microsoft.com/office/drawing/2014/main" id="{C2E80C4A-20A3-494E-B03D-709538E1485D}"/>
                </a:ext>
              </a:extLst>
            </p:cNvPr>
            <p:cNvGrpSpPr/>
            <p:nvPr/>
          </p:nvGrpSpPr>
          <p:grpSpPr>
            <a:xfrm>
              <a:off x="3770616" y="9927561"/>
              <a:ext cx="1744800" cy="1744800"/>
              <a:chOff x="3923016" y="9970091"/>
              <a:chExt cx="1744800" cy="1744800"/>
            </a:xfrm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7B20394D-0E27-7F4E-A8B6-9B8B3BFC01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923016" y="99700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9193">
                    <a:alpha val="50000"/>
                  </a:srgb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6B904F5A-74DD-804D-A1D6-023749AD877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075416" y="101224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9193">
                    <a:alpha val="50000"/>
                  </a:srgb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A399EC93-4480-4B45-93F5-68B0BEDA8E1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27816" y="102748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009193">
                    <a:alpha val="50000"/>
                  </a:srgb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chemeClr val="tx1">
                        <a:alpha val="50000"/>
                      </a:schemeClr>
                    </a:solidFill>
                  </a:rPr>
                  <a:t>Query</a:t>
                </a:r>
              </a:p>
            </p:txBody>
          </p:sp>
        </p:grpSp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1C71E744-B3DE-6843-A229-F33C10209DC4}"/>
                </a:ext>
              </a:extLst>
            </p:cNvPr>
            <p:cNvGrpSpPr/>
            <p:nvPr/>
          </p:nvGrpSpPr>
          <p:grpSpPr>
            <a:xfrm>
              <a:off x="6733601" y="9922407"/>
              <a:ext cx="1744800" cy="1744800"/>
              <a:chOff x="6893496" y="9970091"/>
              <a:chExt cx="1744800" cy="1744800"/>
            </a:xfrm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297BC6DC-B4F5-E44F-B122-0AC16321ED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893496" y="99700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9437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59C3340E-9702-E049-B85F-16FE054449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045896" y="101224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9437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/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3CAF9B43-2456-5840-89E5-8DC229DCA46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198296" y="10274891"/>
                <a:ext cx="1440000" cy="144000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9437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chemeClr val="tx1"/>
                    </a:solidFill>
                  </a:rPr>
                  <a:t>Key</a:t>
                </a:r>
              </a:p>
            </p:txBody>
          </p:sp>
        </p:grp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06331EF4-E61C-9847-9DC0-D0E07D9C08D0}"/>
                </a:ext>
              </a:extLst>
            </p:cNvPr>
            <p:cNvGrpSpPr/>
            <p:nvPr/>
          </p:nvGrpSpPr>
          <p:grpSpPr>
            <a:xfrm>
              <a:off x="6733601" y="4993869"/>
              <a:ext cx="1744800" cy="1744800"/>
              <a:chOff x="8104186" y="3065748"/>
              <a:chExt cx="1744800" cy="1744800"/>
            </a:xfrm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DB1A2315-5A40-4542-B794-29A3E1CB81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104186" y="3065748"/>
                <a:ext cx="1440000" cy="144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4B220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>
                  <a:solidFill>
                    <a:srgbClr val="4B2209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F243DC8D-4FD6-BA40-98B4-338D4BC55DF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56586" y="3218148"/>
                <a:ext cx="1440000" cy="144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4B220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BE" sz="2200" b="1" dirty="0">
                  <a:solidFill>
                    <a:srgbClr val="4B2209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8B3DF48F-FA2B-2C4F-B4B3-778DCF5982B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408986" y="3370548"/>
                <a:ext cx="1440000" cy="14400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 w="25400">
                <a:solidFill>
                  <a:srgbClr val="4B220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BE" sz="2200" b="1" dirty="0">
                    <a:solidFill>
                      <a:srgbClr val="4B2209"/>
                    </a:solidFill>
                  </a:rPr>
                  <a:t>Output</a:t>
                </a:r>
              </a:p>
            </p:txBody>
          </p:sp>
        </p:grpSp>
        <p:sp>
          <p:nvSpPr>
            <p:cNvPr id="238" name="Process 237">
              <a:extLst>
                <a:ext uri="{FF2B5EF4-FFF2-40B4-BE49-F238E27FC236}">
                  <a16:creationId xmlns:a16="http://schemas.microsoft.com/office/drawing/2014/main" id="{690E963D-96D8-5F4F-B4AF-3FF9EFB11641}"/>
                </a:ext>
              </a:extLst>
            </p:cNvPr>
            <p:cNvSpPr/>
            <p:nvPr/>
          </p:nvSpPr>
          <p:spPr>
            <a:xfrm>
              <a:off x="6886001" y="7227415"/>
              <a:ext cx="1440000" cy="540000"/>
            </a:xfrm>
            <a:prstGeom prst="flowChartProcess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rgbClr val="253A1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200" b="1" dirty="0">
                  <a:solidFill>
                    <a:srgbClr val="253A18"/>
                  </a:solidFill>
                </a:rPr>
                <a:t>Linear</a:t>
              </a:r>
            </a:p>
          </p:txBody>
        </p:sp>
        <p:cxnSp>
          <p:nvCxnSpPr>
            <p:cNvPr id="239" name="Straight Arrow Connector 238">
              <a:extLst>
                <a:ext uri="{FF2B5EF4-FFF2-40B4-BE49-F238E27FC236}">
                  <a16:creationId xmlns:a16="http://schemas.microsoft.com/office/drawing/2014/main" id="{B37A0BE5-A2D4-CD47-8D8E-9EF0A2957777}"/>
                </a:ext>
              </a:extLst>
            </p:cNvPr>
            <p:cNvCxnSpPr>
              <a:cxnSpLocks/>
              <a:stCxn id="268" idx="0"/>
              <a:endCxn id="238" idx="2"/>
            </p:cNvCxnSpPr>
            <p:nvPr/>
          </p:nvCxnSpPr>
          <p:spPr>
            <a:xfrm flipH="1" flipV="1">
              <a:off x="7606001" y="7767415"/>
              <a:ext cx="7495" cy="71802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Arrow Connector 239">
              <a:extLst>
                <a:ext uri="{FF2B5EF4-FFF2-40B4-BE49-F238E27FC236}">
                  <a16:creationId xmlns:a16="http://schemas.microsoft.com/office/drawing/2014/main" id="{E53A5C43-6BCA-A743-9162-52257119DF2C}"/>
                </a:ext>
              </a:extLst>
            </p:cNvPr>
            <p:cNvCxnSpPr>
              <a:cxnSpLocks/>
              <a:stCxn id="238" idx="0"/>
            </p:cNvCxnSpPr>
            <p:nvPr/>
          </p:nvCxnSpPr>
          <p:spPr>
            <a:xfrm flipV="1">
              <a:off x="7606001" y="6883218"/>
              <a:ext cx="0" cy="34419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8" name="Process 267">
              <a:extLst>
                <a:ext uri="{FF2B5EF4-FFF2-40B4-BE49-F238E27FC236}">
                  <a16:creationId xmlns:a16="http://schemas.microsoft.com/office/drawing/2014/main" id="{585ECD85-D93E-CD46-B902-DA94D38E91EE}"/>
                </a:ext>
              </a:extLst>
            </p:cNvPr>
            <p:cNvSpPr/>
            <p:nvPr/>
          </p:nvSpPr>
          <p:spPr>
            <a:xfrm>
              <a:off x="6497496" y="8485442"/>
              <a:ext cx="2232000" cy="720000"/>
            </a:xfrm>
            <a:prstGeom prst="flowChart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rgbClr val="4534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400" b="1" dirty="0">
                  <a:solidFill>
                    <a:srgbClr val="453405"/>
                  </a:solidFill>
                </a:rPr>
                <a:t>Factorization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56880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D0745731-F141-9440-96AF-44043657A2A7}"/>
              </a:ext>
            </a:extLst>
          </p:cNvPr>
          <p:cNvGrpSpPr/>
          <p:nvPr/>
        </p:nvGrpSpPr>
        <p:grpSpPr>
          <a:xfrm>
            <a:off x="19249089" y="9683901"/>
            <a:ext cx="3240000" cy="4175422"/>
            <a:chOff x="6649101" y="6084245"/>
            <a:chExt cx="3240000" cy="4175422"/>
          </a:xfrm>
        </p:grpSpPr>
        <p:sp>
          <p:nvSpPr>
            <p:cNvPr id="5" name="Process 4">
              <a:extLst>
                <a:ext uri="{FF2B5EF4-FFF2-40B4-BE49-F238E27FC236}">
                  <a16:creationId xmlns:a16="http://schemas.microsoft.com/office/drawing/2014/main" id="{CDF8A861-6039-C444-9E90-F9A6EF7DB13C}"/>
                </a:ext>
              </a:extLst>
            </p:cNvPr>
            <p:cNvSpPr/>
            <p:nvPr/>
          </p:nvSpPr>
          <p:spPr>
            <a:xfrm>
              <a:off x="6649101" y="7901954"/>
              <a:ext cx="3240000" cy="540000"/>
            </a:xfrm>
            <a:prstGeom prst="flowChart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rgbClr val="684E0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400" b="1" dirty="0">
                  <a:solidFill>
                    <a:srgbClr val="644B05"/>
                  </a:solidFill>
                </a:rPr>
                <a:t>Matrix Factorization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6685EE0-17CD-C848-B59C-DB8078BE40FA}"/>
                </a:ext>
              </a:extLst>
            </p:cNvPr>
            <p:cNvCxnSpPr>
              <a:cxnSpLocks/>
              <a:stCxn id="21" idx="2"/>
              <a:endCxn id="5" idx="0"/>
            </p:cNvCxnSpPr>
            <p:nvPr/>
          </p:nvCxnSpPr>
          <p:spPr>
            <a:xfrm flipH="1">
              <a:off x="8269100" y="7463155"/>
              <a:ext cx="2845" cy="43880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A0C77C6-005D-F740-B66F-6A205D7DE9A6}"/>
                    </a:ext>
                  </a:extLst>
                </p:cNvPr>
                <p:cNvSpPr txBox="1"/>
                <p:nvPr/>
              </p:nvSpPr>
              <p:spPr>
                <a:xfrm>
                  <a:off x="7991208" y="6084245"/>
                  <a:ext cx="56147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BE" sz="2000" b="1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A0C77C6-005D-F740-B66F-6A205D7DE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1208" y="6084245"/>
                  <a:ext cx="561473" cy="40011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DD76527-3465-4241-AA3C-D2A90850F3A5}"/>
                </a:ext>
              </a:extLst>
            </p:cNvPr>
            <p:cNvCxnSpPr>
              <a:cxnSpLocks/>
              <a:stCxn id="12" idx="2"/>
              <a:endCxn id="21" idx="0"/>
            </p:cNvCxnSpPr>
            <p:nvPr/>
          </p:nvCxnSpPr>
          <p:spPr>
            <a:xfrm>
              <a:off x="8271945" y="6484355"/>
              <a:ext cx="0" cy="43880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9AF629B-F073-6F43-BAB0-BE057076CDA2}"/>
                </a:ext>
              </a:extLst>
            </p:cNvPr>
            <p:cNvSpPr/>
            <p:nvPr/>
          </p:nvSpPr>
          <p:spPr>
            <a:xfrm>
              <a:off x="7729103" y="8880756"/>
              <a:ext cx="1080000" cy="54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E790AB2-936C-F14F-BD44-D89929B390DB}"/>
                </a:ext>
              </a:extLst>
            </p:cNvPr>
            <p:cNvCxnSpPr>
              <a:cxnSpLocks/>
              <a:stCxn id="5" idx="2"/>
              <a:endCxn id="16" idx="0"/>
            </p:cNvCxnSpPr>
            <p:nvPr/>
          </p:nvCxnSpPr>
          <p:spPr>
            <a:xfrm>
              <a:off x="8269099" y="8441956"/>
              <a:ext cx="3" cy="43880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666ADD1-FF9C-364E-866F-4AE89C454C10}"/>
                </a:ext>
              </a:extLst>
            </p:cNvPr>
            <p:cNvCxnSpPr>
              <a:cxnSpLocks/>
              <a:stCxn id="16" idx="2"/>
              <a:endCxn id="19" idx="0"/>
            </p:cNvCxnSpPr>
            <p:nvPr/>
          </p:nvCxnSpPr>
          <p:spPr>
            <a:xfrm flipH="1">
              <a:off x="8269101" y="9420756"/>
              <a:ext cx="2" cy="43880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0BF113E-5C74-AA47-AE7A-60716906AEA7}"/>
                    </a:ext>
                  </a:extLst>
                </p:cNvPr>
                <p:cNvSpPr txBox="1"/>
                <p:nvPr/>
              </p:nvSpPr>
              <p:spPr>
                <a:xfrm>
                  <a:off x="7988363" y="9859557"/>
                  <a:ext cx="56147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𝒀</m:t>
                        </m:r>
                      </m:oMath>
                    </m:oMathPara>
                  </a14:m>
                  <a:endParaRPr lang="en-BE" sz="2000" b="1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0BF113E-5C74-AA47-AE7A-60716906AE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8363" y="9859557"/>
                  <a:ext cx="561473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C81CB8C-67B2-764F-B61C-8B9C9F31EF32}"/>
                </a:ext>
              </a:extLst>
            </p:cNvPr>
            <p:cNvSpPr/>
            <p:nvPr/>
          </p:nvSpPr>
          <p:spPr>
            <a:xfrm>
              <a:off x="7731944" y="6923156"/>
              <a:ext cx="1080000" cy="54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5723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roup 90">
            <a:extLst>
              <a:ext uri="{FF2B5EF4-FFF2-40B4-BE49-F238E27FC236}">
                <a16:creationId xmlns:a16="http://schemas.microsoft.com/office/drawing/2014/main" id="{4EA39AC7-9C9F-AD41-9323-194560B5FBB7}"/>
              </a:ext>
            </a:extLst>
          </p:cNvPr>
          <p:cNvGrpSpPr/>
          <p:nvPr/>
        </p:nvGrpSpPr>
        <p:grpSpPr>
          <a:xfrm>
            <a:off x="19011981" y="9475258"/>
            <a:ext cx="3714233" cy="4522988"/>
            <a:chOff x="6411986" y="5875602"/>
            <a:chExt cx="3714233" cy="4522988"/>
          </a:xfrm>
        </p:grpSpPr>
        <p:sp>
          <p:nvSpPr>
            <p:cNvPr id="9" name="Process 8">
              <a:extLst>
                <a:ext uri="{FF2B5EF4-FFF2-40B4-BE49-F238E27FC236}">
                  <a16:creationId xmlns:a16="http://schemas.microsoft.com/office/drawing/2014/main" id="{BB36E5CF-F4B5-2B4B-857A-49FCE7A79BEF}"/>
                </a:ext>
              </a:extLst>
            </p:cNvPr>
            <p:cNvSpPr/>
            <p:nvPr/>
          </p:nvSpPr>
          <p:spPr>
            <a:xfrm>
              <a:off x="6411986" y="8101263"/>
              <a:ext cx="3714233" cy="540000"/>
            </a:xfrm>
            <a:prstGeom prst="flowChartProcess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rgbClr val="684E0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400" b="1" dirty="0">
                  <a:solidFill>
                    <a:srgbClr val="644B05"/>
                  </a:solidFill>
                </a:rPr>
                <a:t>Joint Matrix Factorization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9EDE382-2563-9E4C-BC61-FD8997AC5EB4}"/>
                </a:ext>
              </a:extLst>
            </p:cNvPr>
            <p:cNvCxnSpPr>
              <a:cxnSpLocks/>
              <a:stCxn id="60" idx="2"/>
            </p:cNvCxnSpPr>
            <p:nvPr/>
          </p:nvCxnSpPr>
          <p:spPr>
            <a:xfrm>
              <a:off x="6957669" y="7463156"/>
              <a:ext cx="0" cy="63810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F5E874A-614C-9945-B0C6-550570457D89}"/>
                </a:ext>
              </a:extLst>
            </p:cNvPr>
            <p:cNvCxnSpPr>
              <a:cxnSpLocks/>
              <a:stCxn id="61" idx="2"/>
              <a:endCxn id="9" idx="0"/>
            </p:cNvCxnSpPr>
            <p:nvPr/>
          </p:nvCxnSpPr>
          <p:spPr>
            <a:xfrm flipH="1">
              <a:off x="8269103" y="7463156"/>
              <a:ext cx="2841" cy="63810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15C2C46-FA35-404B-9284-435EDA89E4D8}"/>
                </a:ext>
              </a:extLst>
            </p:cNvPr>
            <p:cNvCxnSpPr>
              <a:cxnSpLocks/>
              <a:stCxn id="62" idx="2"/>
            </p:cNvCxnSpPr>
            <p:nvPr/>
          </p:nvCxnSpPr>
          <p:spPr>
            <a:xfrm>
              <a:off x="9586219" y="7463156"/>
              <a:ext cx="0" cy="63810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B5B114E-22FE-9D4A-BE5F-00048B71B601}"/>
                    </a:ext>
                  </a:extLst>
                </p:cNvPr>
                <p:cNvSpPr txBox="1"/>
                <p:nvPr/>
              </p:nvSpPr>
              <p:spPr>
                <a:xfrm>
                  <a:off x="6474878" y="7584151"/>
                  <a:ext cx="56147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𝑸</m:t>
                        </m:r>
                      </m:oMath>
                    </m:oMathPara>
                  </a14:m>
                  <a:endParaRPr lang="en-BE" sz="2000" b="1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AB5B114E-22FE-9D4A-BE5F-00048B71B6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4878" y="7584151"/>
                  <a:ext cx="561473" cy="400110"/>
                </a:xfrm>
                <a:prstGeom prst="rect">
                  <a:avLst/>
                </a:prstGeom>
                <a:blipFill>
                  <a:blip r:embed="rId2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7D2E137-8884-294A-BEEE-08C04A48E2C5}"/>
                    </a:ext>
                  </a:extLst>
                </p:cNvPr>
                <p:cNvSpPr txBox="1"/>
                <p:nvPr/>
              </p:nvSpPr>
              <p:spPr>
                <a:xfrm>
                  <a:off x="7771797" y="7601104"/>
                  <a:ext cx="56147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𝑲</m:t>
                        </m:r>
                      </m:oMath>
                    </m:oMathPara>
                  </a14:m>
                  <a:endParaRPr lang="en-BE" sz="2000" b="1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7D2E137-8884-294A-BEEE-08C04A48E2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1797" y="7601104"/>
                  <a:ext cx="561473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3C441A5-ED34-9C4A-A83C-26F4EB5D2C7B}"/>
                    </a:ext>
                  </a:extLst>
                </p:cNvPr>
                <p:cNvSpPr txBox="1"/>
                <p:nvPr/>
              </p:nvSpPr>
              <p:spPr>
                <a:xfrm>
                  <a:off x="9137497" y="7584151"/>
                  <a:ext cx="56147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oMath>
                    </m:oMathPara>
                  </a14:m>
                  <a:endParaRPr lang="en-BE" sz="2000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73C441A5-ED34-9C4A-A83C-26F4EB5D2C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37497" y="7584151"/>
                  <a:ext cx="561473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3B947A3-660E-BA48-9A00-DB8402FAE8EB}"/>
                    </a:ext>
                  </a:extLst>
                </p:cNvPr>
                <p:cNvSpPr txBox="1"/>
                <p:nvPr/>
              </p:nvSpPr>
              <p:spPr>
                <a:xfrm>
                  <a:off x="7988364" y="5875602"/>
                  <a:ext cx="56147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𝑿</m:t>
                        </m:r>
                      </m:oMath>
                    </m:oMathPara>
                  </a14:m>
                  <a:endParaRPr lang="en-BE" sz="2000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3B947A3-660E-BA48-9A00-DB8402FAE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8364" y="5875602"/>
                  <a:ext cx="561473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Elbow Connector 26">
              <a:extLst>
                <a:ext uri="{FF2B5EF4-FFF2-40B4-BE49-F238E27FC236}">
                  <a16:creationId xmlns:a16="http://schemas.microsoft.com/office/drawing/2014/main" id="{876626BA-CCD3-E341-9EC7-F0249A295457}"/>
                </a:ext>
              </a:extLst>
            </p:cNvPr>
            <p:cNvCxnSpPr>
              <a:cxnSpLocks/>
              <a:stCxn id="24" idx="2"/>
              <a:endCxn id="62" idx="0"/>
            </p:cNvCxnSpPr>
            <p:nvPr/>
          </p:nvCxnSpPr>
          <p:spPr>
            <a:xfrm rot="16200000" flipH="1">
              <a:off x="8603938" y="5940875"/>
              <a:ext cx="647444" cy="131711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7D01BCED-EAA2-DC4A-9837-D37D7C754764}"/>
                </a:ext>
              </a:extLst>
            </p:cNvPr>
            <p:cNvCxnSpPr>
              <a:cxnSpLocks/>
              <a:stCxn id="24" idx="2"/>
              <a:endCxn id="60" idx="0"/>
            </p:cNvCxnSpPr>
            <p:nvPr/>
          </p:nvCxnSpPr>
          <p:spPr>
            <a:xfrm rot="5400000">
              <a:off x="7289663" y="5943718"/>
              <a:ext cx="647444" cy="1311432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01CCF2F6-91D8-1645-B73F-8A834759F5F4}"/>
                </a:ext>
              </a:extLst>
            </p:cNvPr>
            <p:cNvCxnSpPr>
              <a:cxnSpLocks/>
              <a:stCxn id="24" idx="2"/>
              <a:endCxn id="61" idx="0"/>
            </p:cNvCxnSpPr>
            <p:nvPr/>
          </p:nvCxnSpPr>
          <p:spPr>
            <a:xfrm>
              <a:off x="8269101" y="6275712"/>
              <a:ext cx="2843" cy="647444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7573943-1248-F943-82A4-A4935216B9A2}"/>
                </a:ext>
              </a:extLst>
            </p:cNvPr>
            <p:cNvSpPr/>
            <p:nvPr/>
          </p:nvSpPr>
          <p:spPr>
            <a:xfrm>
              <a:off x="7729102" y="9089400"/>
              <a:ext cx="1080000" cy="54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387FFF8-52A2-DE47-981A-1820E9541819}"/>
                </a:ext>
              </a:extLst>
            </p:cNvPr>
            <p:cNvCxnSpPr>
              <a:cxnSpLocks/>
              <a:stCxn id="9" idx="2"/>
              <a:endCxn id="39" idx="0"/>
            </p:cNvCxnSpPr>
            <p:nvPr/>
          </p:nvCxnSpPr>
          <p:spPr>
            <a:xfrm flipH="1">
              <a:off x="8269102" y="8641263"/>
              <a:ext cx="1" cy="44813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194C263-2907-1C4E-AF6B-EDE36CFEE758}"/>
                </a:ext>
              </a:extLst>
            </p:cNvPr>
            <p:cNvCxnSpPr>
              <a:cxnSpLocks/>
              <a:stCxn id="39" idx="2"/>
              <a:endCxn id="50" idx="0"/>
            </p:cNvCxnSpPr>
            <p:nvPr/>
          </p:nvCxnSpPr>
          <p:spPr>
            <a:xfrm flipH="1">
              <a:off x="8269100" y="9629400"/>
              <a:ext cx="2" cy="369080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DC31522-C547-0742-806E-D6EF6ED74C4B}"/>
                    </a:ext>
                  </a:extLst>
                </p:cNvPr>
                <p:cNvSpPr txBox="1"/>
                <p:nvPr/>
              </p:nvSpPr>
              <p:spPr>
                <a:xfrm>
                  <a:off x="7988363" y="9998480"/>
                  <a:ext cx="56147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𝒀</m:t>
                        </m:r>
                      </m:oMath>
                    </m:oMathPara>
                  </a14:m>
                  <a:endParaRPr lang="en-BE" sz="2000" b="1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DC31522-C547-0742-806E-D6EF6ED74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8363" y="9998480"/>
                  <a:ext cx="561473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BE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DA0738A-2758-D944-9849-6EC42CD298DE}"/>
                </a:ext>
              </a:extLst>
            </p:cNvPr>
            <p:cNvSpPr/>
            <p:nvPr/>
          </p:nvSpPr>
          <p:spPr>
            <a:xfrm>
              <a:off x="6417669" y="6923156"/>
              <a:ext cx="1080000" cy="54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68AE84C-992A-414D-8ECC-57D489C6CC5C}"/>
                </a:ext>
              </a:extLst>
            </p:cNvPr>
            <p:cNvSpPr/>
            <p:nvPr/>
          </p:nvSpPr>
          <p:spPr>
            <a:xfrm>
              <a:off x="7731944" y="6923156"/>
              <a:ext cx="1080000" cy="54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89B9360-A729-8E41-BF3B-0A63BFA090B4}"/>
                </a:ext>
              </a:extLst>
            </p:cNvPr>
            <p:cNvSpPr/>
            <p:nvPr/>
          </p:nvSpPr>
          <p:spPr>
            <a:xfrm>
              <a:off x="9046219" y="6923156"/>
              <a:ext cx="1080000" cy="54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254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vert="horz" rtlCol="0" anchor="ctr"/>
            <a:lstStyle/>
            <a:p>
              <a:pPr algn="ctr"/>
              <a:r>
                <a:rPr lang="en-BE" sz="2000" b="1" dirty="0">
                  <a:solidFill>
                    <a:schemeClr val="accent6">
                      <a:lumMod val="50000"/>
                    </a:schemeClr>
                  </a:solidFill>
                </a:rPr>
                <a:t>Linear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6541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30725</TotalTime>
  <Words>812</Words>
  <Application>Microsoft Macintosh PowerPoint</Application>
  <PresentationFormat>Custom</PresentationFormat>
  <Paragraphs>377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Pooya Ashtari</dc:creator>
  <cp:lastModifiedBy>Pooya Ashtari</cp:lastModifiedBy>
  <cp:revision>235</cp:revision>
  <dcterms:created xsi:type="dcterms:W3CDTF">2021-01-13T17:15:02Z</dcterms:created>
  <dcterms:modified xsi:type="dcterms:W3CDTF">2022-01-05T23:03:35Z</dcterms:modified>
</cp:coreProperties>
</file>