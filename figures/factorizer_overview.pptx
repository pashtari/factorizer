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AD42"/>
    <a:srgbClr val="C7C84B"/>
    <a:srgbClr val="5B995B"/>
    <a:srgbClr val="CACA4E"/>
    <a:srgbClr val="CECE52"/>
    <a:srgbClr val="9E2022"/>
    <a:srgbClr val="E3E366"/>
    <a:srgbClr val="9E2122"/>
    <a:srgbClr val="68A768"/>
    <a:srgbClr val="88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E7D7-7B9C-A243-A281-F73E9CD75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1D1D9-E0EC-2445-91DD-42D444EFA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D04B5-FA79-B044-BE16-16239527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08BAA-56EB-6045-8A9A-738BFC7F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80E6-7051-1D4D-8E17-B1470940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4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F9AD-EDA7-D14D-A89E-4F3805FA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6443-3903-7749-AFD0-D7134FE64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90804-AB7A-0448-9853-AED0E32E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86A60-B65C-F442-B903-E6990753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E116-D46C-C542-9C5F-837531AC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97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15DC-15BA-D549-9855-338F9717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78741-4302-3E4D-A510-DF2576E7A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E6B26-F960-3A4E-BB37-3D0B32BC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C253E-40A9-C042-A80A-A0EC40D32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76F7F-29E7-744C-89E7-226BB199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41A3-8403-D544-9FFF-FC1EFB6F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369C-8064-BB4D-AA08-F1091C808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F63C9-F218-CE49-84CD-7756AF244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97133-53BA-C444-962E-50223830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0567A-5146-6B40-A4BC-DC17A7EF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46376-413C-754F-A8A4-55745502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9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21EB-C5FD-B747-B5C0-4456C75C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ACD0D-3D0B-2145-A5F7-0D9E59588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EDA-57AC-E345-86B6-7BDB4F737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D522B-C3A7-5343-8074-E430C677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BD25A-2A42-5F44-855A-87FCB482E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427A1-6B08-C34D-9F24-344427A7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E0F2A-3FFE-0A49-AAB5-A5CC6250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7147A-D771-514D-A20E-3ED57FED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90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8273-8474-2E41-9EAD-D488EA69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F5042-89A0-4549-847A-47EA6670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10BC4-6CCE-A743-A556-5330DA938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5B662-2990-D84F-B71F-56D65EDA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0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27FEB-9551-9B46-B6FE-96124BCA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565AE-0A70-CD4C-A73D-F681C5715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196F-80A3-5249-B0A3-6B85372C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7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336B-ECF9-5F46-B4B7-8DA940A36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DBF8-3960-6C49-AF52-4B57CAAB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AF918-3A98-4647-B88A-C1D557FE2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5938F-1083-FB44-A564-24B311D7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1FAA1-E013-1A49-BAE3-A05A44FE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4FBBC-818C-A144-AC95-96C1B99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09D42-D551-A644-9712-DFAE6E66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C3A38-00B2-5D48-9FBF-AC99D548D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D3705-F49B-AF44-A924-1EC2DA7A1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2ED4F-4B7A-0642-9C00-A6220332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FA1D0-28E7-544F-B532-A9EFFB18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418E-18BA-E044-A3A4-32B08DC4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1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1C6F-186A-5849-86E3-771C1408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F1D7E-F466-CE4A-AFF8-82C4C8B85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AC30D-B56E-C748-8577-11E2D27E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EC315-B8FB-F549-BF4A-F6288B34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745F1-9010-D743-AC3E-DFDF01A3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7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A58461-79A9-F140-B79B-A36F58B4D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0C413-757F-6D4D-88A4-1B7261C0B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D27EA-C277-FF4B-A2B8-922CBDBB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44F15-37C0-4940-9418-03E8FADA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A198-2FB3-EF4F-BFBA-1EC2C3FA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7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45775-4975-4245-B485-3E6BC192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78CB1-8EE2-0B43-8983-28C2B3541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79C4C-637A-114B-B95B-18C785D0ED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46422-6D57-0B4B-BB84-C2804026D95A}" type="datetimeFigureOut">
              <a:rPr lang="en-US" smtClean="0"/>
              <a:t>4/6/22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1C75-32BA-8941-AACA-0345E6008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F90B9-030B-D84B-B29E-D8CBA3859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C744A-476F-C843-96FB-27C303D15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6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63A9-90A9-5E4D-A2A7-3F100CB86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0"/>
            <a:ext cx="11134195" cy="850901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Factorizer</a:t>
            </a:r>
            <a:r>
              <a:rPr lang="en-US" sz="3200" b="1" dirty="0"/>
              <a:t>: Interpretable Approach to Brain Tumor Segmentation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DC1C6C-EC1B-7C43-8FCF-945F95706BB6}"/>
              </a:ext>
            </a:extLst>
          </p:cNvPr>
          <p:cNvGrpSpPr>
            <a:grpSpLocks noChangeAspect="1"/>
          </p:cNvGrpSpPr>
          <p:nvPr/>
        </p:nvGrpSpPr>
        <p:grpSpPr>
          <a:xfrm>
            <a:off x="636810" y="1375290"/>
            <a:ext cx="6746081" cy="2942130"/>
            <a:chOff x="728972" y="207961"/>
            <a:chExt cx="7745959" cy="33782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4DD2579-1828-7D4D-B4A8-EE50D731DF97}"/>
                </a:ext>
              </a:extLst>
            </p:cNvPr>
            <p:cNvSpPr/>
            <p:nvPr/>
          </p:nvSpPr>
          <p:spPr>
            <a:xfrm>
              <a:off x="2778811" y="207961"/>
              <a:ext cx="1836000" cy="3378200"/>
            </a:xfrm>
            <a:prstGeom prst="roundRect">
              <a:avLst>
                <a:gd name="adj" fmla="val 8673"/>
              </a:avLst>
            </a:prstGeom>
            <a:solidFill>
              <a:srgbClr val="BDDFCE">
                <a:alpha val="40062"/>
              </a:srgbClr>
            </a:solidFill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538D59A-1734-D640-BDEF-750CDBC11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972" y="300036"/>
              <a:ext cx="1503490" cy="319405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08B45FC-972B-BD4E-8DA6-8D6AF3878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2463" y="300036"/>
              <a:ext cx="1408697" cy="319405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25706F9-8F2D-B546-B104-68810AC36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662" y="300035"/>
              <a:ext cx="597149" cy="2100265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53F79A-F29F-2343-9506-C89F329381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1662" y="2679700"/>
              <a:ext cx="597149" cy="814386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8C0A2FB-49A3-1742-9A75-704562526B3A}"/>
                </a:ext>
              </a:extLst>
            </p:cNvPr>
            <p:cNvSpPr/>
            <p:nvPr/>
          </p:nvSpPr>
          <p:spPr>
            <a:xfrm>
              <a:off x="4874311" y="2508250"/>
              <a:ext cx="3600620" cy="419100"/>
            </a:xfrm>
            <a:prstGeom prst="roundRect">
              <a:avLst>
                <a:gd name="adj" fmla="val 8673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B05B02-CFE7-DC43-9854-8C93D0E97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0511" y="2576527"/>
              <a:ext cx="3450468" cy="287323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20FAA7-D5E9-E047-AC6F-FBCB62E7CAF4}"/>
                </a:ext>
              </a:extLst>
            </p:cNvPr>
            <p:cNvCxnSpPr>
              <a:cxnSpLocks/>
            </p:cNvCxnSpPr>
            <p:nvPr/>
          </p:nvCxnSpPr>
          <p:spPr>
            <a:xfrm>
              <a:off x="4401160" y="2489200"/>
              <a:ext cx="441571" cy="3810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46CA51F-0F4A-1E41-818E-025F88124C3E}"/>
                </a:ext>
              </a:extLst>
            </p:cNvPr>
            <p:cNvCxnSpPr>
              <a:cxnSpLocks/>
            </p:cNvCxnSpPr>
            <p:nvPr/>
          </p:nvCxnSpPr>
          <p:spPr>
            <a:xfrm>
              <a:off x="4401160" y="2794000"/>
              <a:ext cx="473151" cy="13335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38AC93D-1B8E-D141-A79C-4D4F4B27FD6F}"/>
                </a:ext>
              </a:extLst>
            </p:cNvPr>
            <p:cNvSpPr/>
            <p:nvPr/>
          </p:nvSpPr>
          <p:spPr>
            <a:xfrm>
              <a:off x="4874311" y="889024"/>
              <a:ext cx="3600620" cy="419100"/>
            </a:xfrm>
            <a:prstGeom prst="roundRect">
              <a:avLst>
                <a:gd name="adj" fmla="val 8673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E02CCAD-0FCB-8641-BB16-26802BFBC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160" y="889024"/>
              <a:ext cx="441571" cy="15240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FC926E-3E65-BD4F-BEA7-2501330AE8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160" y="1303361"/>
              <a:ext cx="441571" cy="23813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18EE4DB-14A6-F840-AB68-9DC5BF9A5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49386" y="958874"/>
              <a:ext cx="3450469" cy="276762"/>
            </a:xfrm>
            <a:prstGeom prst="rect">
              <a:avLst/>
            </a:prstGeom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28E7362-19B4-004C-B7EA-FD739CFE5C13}"/>
                </a:ext>
              </a:extLst>
            </p:cNvPr>
            <p:cNvSpPr/>
            <p:nvPr/>
          </p:nvSpPr>
          <p:spPr>
            <a:xfrm>
              <a:off x="4874311" y="1485114"/>
              <a:ext cx="2238109" cy="419100"/>
            </a:xfrm>
            <a:prstGeom prst="roundRect">
              <a:avLst>
                <a:gd name="adj" fmla="val 8673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4ADC7D-404F-784D-843C-E095B339F9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160" y="1485114"/>
              <a:ext cx="484783" cy="33425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444E1CD-0A43-1445-9A11-88642D8E9E79}"/>
                </a:ext>
              </a:extLst>
            </p:cNvPr>
            <p:cNvCxnSpPr>
              <a:cxnSpLocks/>
            </p:cNvCxnSpPr>
            <p:nvPr/>
          </p:nvCxnSpPr>
          <p:spPr>
            <a:xfrm>
              <a:off x="4401160" y="1845779"/>
              <a:ext cx="484783" cy="58435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1B1046F-8083-3A40-B8C5-32A605B1C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2615" y="1556212"/>
              <a:ext cx="2022419" cy="27690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231C60-7D01-1A4B-80E3-9AA82245A7F3}"/>
              </a:ext>
            </a:extLst>
          </p:cNvPr>
          <p:cNvGrpSpPr/>
          <p:nvPr/>
        </p:nvGrpSpPr>
        <p:grpSpPr>
          <a:xfrm>
            <a:off x="10477341" y="1308359"/>
            <a:ext cx="1303562" cy="1764764"/>
            <a:chOff x="800111" y="910443"/>
            <a:chExt cx="1303562" cy="176476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EF00286-A4CC-9C41-86D7-96A4BD628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92" y="910443"/>
              <a:ext cx="1260000" cy="142621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245633-7F44-5C44-BE7F-FADB0A42F320}"/>
                </a:ext>
              </a:extLst>
            </p:cNvPr>
            <p:cNvSpPr txBox="1"/>
            <p:nvPr/>
          </p:nvSpPr>
          <p:spPr>
            <a:xfrm>
              <a:off x="800111" y="2336653"/>
              <a:ext cx="13035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Ground Truth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6885B0-F72F-0A45-82EC-CB1D65B36174}"/>
              </a:ext>
            </a:extLst>
          </p:cNvPr>
          <p:cNvGrpSpPr/>
          <p:nvPr/>
        </p:nvGrpSpPr>
        <p:grpSpPr>
          <a:xfrm>
            <a:off x="7959013" y="3121236"/>
            <a:ext cx="3821890" cy="1764031"/>
            <a:chOff x="2598384" y="911176"/>
            <a:chExt cx="3821890" cy="176403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48AC4B1-1984-6B4C-A453-39CB9AC2460C}"/>
                </a:ext>
              </a:extLst>
            </p:cNvPr>
            <p:cNvGrpSpPr/>
            <p:nvPr/>
          </p:nvGrpSpPr>
          <p:grpSpPr>
            <a:xfrm>
              <a:off x="2598384" y="911176"/>
              <a:ext cx="3821890" cy="1426210"/>
              <a:chOff x="2765300" y="911176"/>
              <a:chExt cx="3821890" cy="142621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A84D02B0-DF9B-C44F-AA6D-67DAD09AA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65300" y="911176"/>
                <a:ext cx="1260000" cy="1426210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8FCA09F-A10D-3446-A050-C1D71626C5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46245" y="911176"/>
                <a:ext cx="1260000" cy="142621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E3F3E5A-1C69-0648-A0C8-D5C84DA24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27190" y="911176"/>
                <a:ext cx="1260000" cy="1426210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D47356-6A8C-3F45-A2CD-4C10D8AA079A}"/>
                </a:ext>
              </a:extLst>
            </p:cNvPr>
            <p:cNvSpPr txBox="1"/>
            <p:nvPr/>
          </p:nvSpPr>
          <p:spPr>
            <a:xfrm>
              <a:off x="2943997" y="2336653"/>
              <a:ext cx="31306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Shallowest NMF Layer Components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DB00932-91EF-444F-AC88-E6D743B4128A}"/>
              </a:ext>
            </a:extLst>
          </p:cNvPr>
          <p:cNvGrpSpPr/>
          <p:nvPr/>
        </p:nvGrpSpPr>
        <p:grpSpPr>
          <a:xfrm>
            <a:off x="7959013" y="4982822"/>
            <a:ext cx="3821890" cy="1768794"/>
            <a:chOff x="6936767" y="910443"/>
            <a:chExt cx="3821890" cy="176879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66E42DF-716F-4F4A-A144-978445584972}"/>
                </a:ext>
              </a:extLst>
            </p:cNvPr>
            <p:cNvGrpSpPr/>
            <p:nvPr/>
          </p:nvGrpSpPr>
          <p:grpSpPr>
            <a:xfrm>
              <a:off x="6936767" y="910443"/>
              <a:ext cx="3821890" cy="1426943"/>
              <a:chOff x="2765300" y="2388039"/>
              <a:chExt cx="3821890" cy="1426943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29E8A134-C088-AE41-8D9E-C0C64818C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7190" y="2388039"/>
                <a:ext cx="1260000" cy="1426210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1B199B3-8B19-904E-A07C-2D7E0F15F7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46245" y="2388039"/>
                <a:ext cx="1260000" cy="1426210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C60B284F-96BE-764F-A6B8-FA3309976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65300" y="2388772"/>
                <a:ext cx="1260000" cy="1426210"/>
              </a:xfrm>
              <a:prstGeom prst="rect">
                <a:avLst/>
              </a:prstGeom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323FF7-E558-B54E-A7CB-1182B78D57BF}"/>
                </a:ext>
              </a:extLst>
            </p:cNvPr>
            <p:cNvSpPr txBox="1"/>
            <p:nvPr/>
          </p:nvSpPr>
          <p:spPr>
            <a:xfrm>
              <a:off x="7386062" y="2340683"/>
              <a:ext cx="29233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Deepest NMF Layer Components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E3EB6C3-F81B-4F4D-A720-522349832E46}"/>
              </a:ext>
            </a:extLst>
          </p:cNvPr>
          <p:cNvGrpSpPr/>
          <p:nvPr/>
        </p:nvGrpSpPr>
        <p:grpSpPr>
          <a:xfrm>
            <a:off x="636810" y="4968829"/>
            <a:ext cx="1303562" cy="1764766"/>
            <a:chOff x="936555" y="1542581"/>
            <a:chExt cx="1303562" cy="1764766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C39165F-2B0F-3A4A-A14F-4242B9855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58336" y="1542581"/>
              <a:ext cx="1260000" cy="142621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F22494-2515-1548-93C0-64CB84AB8C41}"/>
                </a:ext>
              </a:extLst>
            </p:cNvPr>
            <p:cNvSpPr txBox="1"/>
            <p:nvPr/>
          </p:nvSpPr>
          <p:spPr>
            <a:xfrm>
              <a:off x="936555" y="2968793"/>
              <a:ext cx="13035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Ground Truth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CD8E85B-651D-4B49-BCAB-E2022AEE5ECF}"/>
              </a:ext>
            </a:extLst>
          </p:cNvPr>
          <p:cNvGrpSpPr/>
          <p:nvPr/>
        </p:nvGrpSpPr>
        <p:grpSpPr>
          <a:xfrm>
            <a:off x="2041002" y="4968829"/>
            <a:ext cx="1260000" cy="1764766"/>
            <a:chOff x="2776294" y="1542581"/>
            <a:chExt cx="1260000" cy="1764766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5DC82FC-0A09-B646-B686-BF2CF92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776294" y="1542581"/>
              <a:ext cx="1260000" cy="142621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61B03AE-DFF3-E04A-906A-AF2E86738A2A}"/>
                </a:ext>
              </a:extLst>
            </p:cNvPr>
            <p:cNvSpPr txBox="1"/>
            <p:nvPr/>
          </p:nvSpPr>
          <p:spPr>
            <a:xfrm>
              <a:off x="2899998" y="2968793"/>
              <a:ext cx="10045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Factorizer</a:t>
              </a:r>
              <a:endParaRPr lang="en-US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B240270-98F0-FB4A-A0F3-7C770DBEA310}"/>
              </a:ext>
            </a:extLst>
          </p:cNvPr>
          <p:cNvGrpSpPr/>
          <p:nvPr/>
        </p:nvGrpSpPr>
        <p:grpSpPr>
          <a:xfrm>
            <a:off x="6122891" y="4968829"/>
            <a:ext cx="1260000" cy="1764766"/>
            <a:chOff x="6412211" y="1542581"/>
            <a:chExt cx="1260000" cy="1764766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C2D7CA2-B6C7-EF46-9C19-9079C079F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412211" y="1542581"/>
              <a:ext cx="1260000" cy="1426213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1D3BE89-5731-E84E-BAE4-83E045EDFA9C}"/>
                </a:ext>
              </a:extLst>
            </p:cNvPr>
            <p:cNvSpPr txBox="1"/>
            <p:nvPr/>
          </p:nvSpPr>
          <p:spPr>
            <a:xfrm>
              <a:off x="6701156" y="2968793"/>
              <a:ext cx="6821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U-Net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79AD13-9C8D-C446-80AD-34DF6F686794}"/>
              </a:ext>
            </a:extLst>
          </p:cNvPr>
          <p:cNvGrpSpPr/>
          <p:nvPr/>
        </p:nvGrpSpPr>
        <p:grpSpPr>
          <a:xfrm>
            <a:off x="4762261" y="4968829"/>
            <a:ext cx="1260000" cy="1764766"/>
            <a:chOff x="8230170" y="1542581"/>
            <a:chExt cx="1260000" cy="1764766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58F4C7D-1353-A84F-9D3A-1168A7B32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230170" y="1542581"/>
              <a:ext cx="1260000" cy="142621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03EA973-0445-574B-AC10-3146BB819D6D}"/>
                </a:ext>
              </a:extLst>
            </p:cNvPr>
            <p:cNvSpPr txBox="1"/>
            <p:nvPr/>
          </p:nvSpPr>
          <p:spPr>
            <a:xfrm>
              <a:off x="8342175" y="2968793"/>
              <a:ext cx="10359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Res-U-Net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0EE8E27-0E3A-5747-8BD9-996D9118594E}"/>
              </a:ext>
            </a:extLst>
          </p:cNvPr>
          <p:cNvGrpSpPr/>
          <p:nvPr/>
        </p:nvGrpSpPr>
        <p:grpSpPr>
          <a:xfrm>
            <a:off x="3401631" y="4968158"/>
            <a:ext cx="1260001" cy="1766108"/>
            <a:chOff x="4594252" y="1542580"/>
            <a:chExt cx="1260001" cy="1766108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D29B504-4535-B74D-98D4-41346AFAA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594252" y="1542580"/>
              <a:ext cx="1260001" cy="1426214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AEF5F96-21BC-F341-88A0-9C70ED4A6B63}"/>
                </a:ext>
              </a:extLst>
            </p:cNvPr>
            <p:cNvSpPr txBox="1"/>
            <p:nvPr/>
          </p:nvSpPr>
          <p:spPr>
            <a:xfrm>
              <a:off x="4624119" y="2970134"/>
              <a:ext cx="12002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Transformer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3CDE47C-16F9-5241-A304-BF4ADA81C013}"/>
              </a:ext>
            </a:extLst>
          </p:cNvPr>
          <p:cNvSpPr txBox="1"/>
          <p:nvPr/>
        </p:nvSpPr>
        <p:spPr>
          <a:xfrm>
            <a:off x="571500" y="856968"/>
            <a:ext cx="20499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</a:rPr>
              <a:t>Factorizer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</a:rPr>
              <a:t> Block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36E57C-0FDC-FE4A-9166-36F394288C8A}"/>
              </a:ext>
            </a:extLst>
          </p:cNvPr>
          <p:cNvSpPr txBox="1"/>
          <p:nvPr/>
        </p:nvSpPr>
        <p:spPr>
          <a:xfrm>
            <a:off x="7952744" y="862530"/>
            <a:ext cx="190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Interpretability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B4B78DA-D8C0-9E48-8315-33A2142C03FE}"/>
              </a:ext>
            </a:extLst>
          </p:cNvPr>
          <p:cNvGrpSpPr/>
          <p:nvPr/>
        </p:nvGrpSpPr>
        <p:grpSpPr>
          <a:xfrm>
            <a:off x="7955693" y="1825399"/>
            <a:ext cx="1872000" cy="909170"/>
            <a:chOff x="3434683" y="2319513"/>
            <a:chExt cx="1872000" cy="90917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5F40A80-FFFB-9B43-BC13-3663095E3266}"/>
                </a:ext>
              </a:extLst>
            </p:cNvPr>
            <p:cNvGrpSpPr/>
            <p:nvPr/>
          </p:nvGrpSpPr>
          <p:grpSpPr>
            <a:xfrm>
              <a:off x="3434683" y="2319513"/>
              <a:ext cx="1872000" cy="252000"/>
              <a:chOff x="3434683" y="2319513"/>
              <a:chExt cx="1872000" cy="2520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C7E8345-49FD-C144-BB34-581C787BFAAE}"/>
                  </a:ext>
                </a:extLst>
              </p:cNvPr>
              <p:cNvSpPr/>
              <p:nvPr/>
            </p:nvSpPr>
            <p:spPr>
              <a:xfrm>
                <a:off x="3434683" y="2319513"/>
                <a:ext cx="252000" cy="252000"/>
              </a:xfrm>
              <a:prstGeom prst="rect">
                <a:avLst/>
              </a:prstGeom>
              <a:solidFill>
                <a:srgbClr val="9E2122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D6829A3-5A70-FF46-8DDC-B7CF6623E7B2}"/>
                  </a:ext>
                </a:extLst>
              </p:cNvPr>
              <p:cNvSpPr/>
              <p:nvPr/>
            </p:nvSpPr>
            <p:spPr>
              <a:xfrm>
                <a:off x="3686683" y="2319513"/>
                <a:ext cx="1620000" cy="25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9E2022"/>
                    </a:solidFill>
                  </a:rPr>
                  <a:t>Necrosis</a:t>
                </a:r>
                <a:endParaRPr lang="en-US" dirty="0">
                  <a:solidFill>
                    <a:srgbClr val="9E2022"/>
                  </a:solidFill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B8D4735-0C8B-924E-9E39-E4B1234EA9D3}"/>
                </a:ext>
              </a:extLst>
            </p:cNvPr>
            <p:cNvGrpSpPr/>
            <p:nvPr/>
          </p:nvGrpSpPr>
          <p:grpSpPr>
            <a:xfrm>
              <a:off x="3434683" y="2648098"/>
              <a:ext cx="1872000" cy="252000"/>
              <a:chOff x="3434683" y="2648098"/>
              <a:chExt cx="1872000" cy="25200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22C383B-0B1B-E84F-B36A-A46841863EDE}"/>
                  </a:ext>
                </a:extLst>
              </p:cNvPr>
              <p:cNvSpPr/>
              <p:nvPr/>
            </p:nvSpPr>
            <p:spPr>
              <a:xfrm>
                <a:off x="3434683" y="2648098"/>
                <a:ext cx="252000" cy="252000"/>
              </a:xfrm>
              <a:prstGeom prst="rect">
                <a:avLst/>
              </a:prstGeom>
              <a:solidFill>
                <a:srgbClr val="C7C84B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ECE52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67342C3F-3AB0-9145-AC5A-129922459BE2}"/>
                  </a:ext>
                </a:extLst>
              </p:cNvPr>
              <p:cNvSpPr/>
              <p:nvPr/>
            </p:nvSpPr>
            <p:spPr>
              <a:xfrm>
                <a:off x="3686683" y="2648098"/>
                <a:ext cx="1620000" cy="25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ACAD42"/>
                    </a:solidFill>
                  </a:rPr>
                  <a:t>Enhancing Tumor</a:t>
                </a:r>
                <a:endParaRPr lang="en-US" dirty="0">
                  <a:solidFill>
                    <a:srgbClr val="ACAD42"/>
                  </a:solidFill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6A0AF60-4B2C-854C-96FB-2AFDB7EBC21F}"/>
                </a:ext>
              </a:extLst>
            </p:cNvPr>
            <p:cNvGrpSpPr/>
            <p:nvPr/>
          </p:nvGrpSpPr>
          <p:grpSpPr>
            <a:xfrm>
              <a:off x="3434683" y="2976683"/>
              <a:ext cx="1872000" cy="252000"/>
              <a:chOff x="3434683" y="2976683"/>
              <a:chExt cx="1872000" cy="25200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E007C68-0EB7-7545-8F0D-D778D25A1BEA}"/>
                  </a:ext>
                </a:extLst>
              </p:cNvPr>
              <p:cNvSpPr/>
              <p:nvPr/>
            </p:nvSpPr>
            <p:spPr>
              <a:xfrm>
                <a:off x="3434683" y="2976683"/>
                <a:ext cx="252000" cy="252000"/>
              </a:xfrm>
              <a:prstGeom prst="rect">
                <a:avLst/>
              </a:prstGeom>
              <a:solidFill>
                <a:srgbClr val="5B995B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8500E38-C8D7-C847-99FC-93A54EE46BA5}"/>
                  </a:ext>
                </a:extLst>
              </p:cNvPr>
              <p:cNvSpPr/>
              <p:nvPr/>
            </p:nvSpPr>
            <p:spPr>
              <a:xfrm>
                <a:off x="3686683" y="2976683"/>
                <a:ext cx="1620000" cy="25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5B995B"/>
                    </a:solidFill>
                  </a:rPr>
                  <a:t>Edema</a:t>
                </a:r>
                <a:endParaRPr lang="en-US" dirty="0">
                  <a:solidFill>
                    <a:srgbClr val="5B995B"/>
                  </a:solidFill>
                </a:endParaRPr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9DFF859-611E-2D49-9F40-C69CB7BE566C}"/>
              </a:ext>
            </a:extLst>
          </p:cNvPr>
          <p:cNvSpPr txBox="1"/>
          <p:nvPr/>
        </p:nvSpPr>
        <p:spPr>
          <a:xfrm>
            <a:off x="566018" y="4425704"/>
            <a:ext cx="2312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Qualitative Results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93CF0F-AA8B-BB45-B43E-46D5335E577D}"/>
              </a:ext>
            </a:extLst>
          </p:cNvPr>
          <p:cNvCxnSpPr>
            <a:cxnSpLocks/>
          </p:cNvCxnSpPr>
          <p:nvPr/>
        </p:nvCxnSpPr>
        <p:spPr>
          <a:xfrm>
            <a:off x="7734300" y="1065564"/>
            <a:ext cx="0" cy="559209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31A841F-6642-6648-A6F6-A81B48F6FC7E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2621420" y="1072412"/>
            <a:ext cx="5125580" cy="15389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0A13F6E-AF52-6444-8EEB-9C10D761B529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2878511" y="4641148"/>
            <a:ext cx="4868489" cy="1538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BF8A192-4FFB-2B4F-B604-196CA9BB11D2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9860744" y="1077974"/>
            <a:ext cx="1920159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928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33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Factorizer: Interpretable Approach to Brain Tumor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Pooya Ashtari</dc:creator>
  <cp:lastModifiedBy>Pooya Ashtari</cp:lastModifiedBy>
  <cp:revision>15</cp:revision>
  <dcterms:created xsi:type="dcterms:W3CDTF">2022-04-05T08:34:01Z</dcterms:created>
  <dcterms:modified xsi:type="dcterms:W3CDTF">2022-04-06T13:08:13Z</dcterms:modified>
</cp:coreProperties>
</file>